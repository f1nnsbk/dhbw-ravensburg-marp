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1" r:id="rId5"/>
  </p:sldMasterIdLst>
  <p:notesMasterIdLst>
    <p:notesMasterId r:id="rId12"/>
  </p:notesMasterIdLst>
  <p:handoutMasterIdLst>
    <p:handoutMasterId r:id="rId13"/>
  </p:handoutMasterIdLst>
  <p:sldIdLst>
    <p:sldId id="256" r:id="rId6"/>
    <p:sldId id="258" r:id="rId7"/>
    <p:sldId id="259" r:id="rId8"/>
    <p:sldId id="260" r:id="rId9"/>
    <p:sldId id="261" r:id="rId10"/>
    <p:sldId id="262" r:id="rId11"/>
  </p:sldIdLst>
  <p:sldSz cx="9144000" cy="5143500" type="screen16x9"/>
  <p:notesSz cx="6681788" cy="9812338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6971"/>
    <a:srgbClr val="2E3539"/>
    <a:srgbClr val="FF00FF"/>
    <a:srgbClr val="E2001A"/>
    <a:srgbClr val="E21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Helle Formatvorlage 3 - Akz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5758FB7-9AC5-4552-8A53-C91805E547FA}" styleName="Designformatvorlage 1 - Akz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46" autoAdjust="0"/>
    <p:restoredTop sz="67798" autoAdjust="0"/>
  </p:normalViewPr>
  <p:slideViewPr>
    <p:cSldViewPr showGuides="1">
      <p:cViewPr varScale="1">
        <p:scale>
          <a:sx n="103" d="100"/>
          <a:sy n="103" d="100"/>
        </p:scale>
        <p:origin x="1902" y="96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74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95600" cy="490538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784600" y="0"/>
            <a:ext cx="2895600" cy="490538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320214"/>
            <a:ext cx="2895600" cy="490537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784600" y="9320214"/>
            <a:ext cx="2895600" cy="490537"/>
          </a:xfrm>
          <a:prstGeom prst="rect">
            <a:avLst/>
          </a:prstGeom>
        </p:spPr>
        <p:txBody>
          <a:bodyPr vert="horz" wrap="square" lIns="91430" tIns="45715" rIns="91430" bIns="4571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fld id="{6DE8833D-1B41-4F95-BB55-0F9104677FAF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0656827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95600" cy="490538"/>
          </a:xfrm>
          <a:prstGeom prst="rect">
            <a:avLst/>
          </a:prstGeom>
        </p:spPr>
        <p:txBody>
          <a:bodyPr vert="horz" lIns="89724" tIns="44862" rIns="89724" bIns="44862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784600" y="0"/>
            <a:ext cx="2895600" cy="490538"/>
          </a:xfrm>
          <a:prstGeom prst="rect">
            <a:avLst/>
          </a:prstGeom>
        </p:spPr>
        <p:txBody>
          <a:bodyPr vert="horz" wrap="square" lIns="89724" tIns="44862" rIns="89724" bIns="44862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fld id="{9F008B47-A78E-494A-BB81-1E80FB1E70B5}" type="datetimeFigureOut">
              <a:rPr lang="de-DE" altLang="de-DE"/>
              <a:pPr/>
              <a:t>23.03.2021</a:t>
            </a:fld>
            <a:endParaRPr lang="de-DE" alt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71438" y="736600"/>
            <a:ext cx="6538912" cy="3679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724" tIns="44862" rIns="89724" bIns="44862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68338" y="4660901"/>
            <a:ext cx="5345112" cy="4414838"/>
          </a:xfrm>
          <a:prstGeom prst="rect">
            <a:avLst/>
          </a:prstGeom>
        </p:spPr>
        <p:txBody>
          <a:bodyPr vert="horz" wrap="square" lIns="89724" tIns="44862" rIns="89724" bIns="4486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smtClean="0"/>
              <a:t>Textmasterformat bearbeiten</a:t>
            </a:r>
          </a:p>
          <a:p>
            <a:pPr lvl="1"/>
            <a:r>
              <a:rPr lang="de-DE" altLang="de-DE" smtClean="0"/>
              <a:t>Zweite Ebene</a:t>
            </a:r>
          </a:p>
          <a:p>
            <a:pPr lvl="2"/>
            <a:r>
              <a:rPr lang="de-DE" altLang="de-DE" smtClean="0"/>
              <a:t>Dritte Ebene</a:t>
            </a:r>
          </a:p>
          <a:p>
            <a:pPr lvl="3"/>
            <a:r>
              <a:rPr lang="de-DE" altLang="de-DE" smtClean="0"/>
              <a:t>Vierte Ebene</a:t>
            </a:r>
          </a:p>
          <a:p>
            <a:pPr lvl="4"/>
            <a:r>
              <a:rPr lang="de-DE" altLang="de-DE" smtClean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320214"/>
            <a:ext cx="2895600" cy="490537"/>
          </a:xfrm>
          <a:prstGeom prst="rect">
            <a:avLst/>
          </a:prstGeom>
        </p:spPr>
        <p:txBody>
          <a:bodyPr vert="horz" lIns="89724" tIns="44862" rIns="89724" bIns="44862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784600" y="9320214"/>
            <a:ext cx="2895600" cy="490537"/>
          </a:xfrm>
          <a:prstGeom prst="rect">
            <a:avLst/>
          </a:prstGeom>
        </p:spPr>
        <p:txBody>
          <a:bodyPr vert="horz" wrap="square" lIns="89724" tIns="44862" rIns="89724" bIns="44862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fld id="{22076055-B3FE-4E48-AE26-568253385061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0109493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/>
          <p:cNvSpPr/>
          <p:nvPr userDrawn="1"/>
        </p:nvSpPr>
        <p:spPr>
          <a:xfrm>
            <a:off x="179512" y="123478"/>
            <a:ext cx="5256584" cy="7920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1" name="Gruppierung 17"/>
          <p:cNvGrpSpPr/>
          <p:nvPr userDrawn="1"/>
        </p:nvGrpSpPr>
        <p:grpSpPr>
          <a:xfrm>
            <a:off x="198338" y="298616"/>
            <a:ext cx="4431829" cy="688958"/>
            <a:chOff x="250825" y="260648"/>
            <a:chExt cx="5222875" cy="936104"/>
          </a:xfrm>
        </p:grpSpPr>
        <p:pic>
          <p:nvPicPr>
            <p:cNvPr id="15" name="Picture 39" descr="DHBW_d_RV_WEB_150dpi"/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825" y="260648"/>
              <a:ext cx="2679700" cy="933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39" descr="DHBW_d_RV_WEB_150dpi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8176"/>
            <a:stretch>
              <a:fillRect/>
            </a:stretch>
          </p:blipFill>
          <p:spPr bwMode="auto">
            <a:xfrm>
              <a:off x="2582863" y="263302"/>
              <a:ext cx="2890837" cy="933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5" name="Picture 33" descr="Streifen_Titelmaster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" y="3869197"/>
            <a:ext cx="9180513" cy="1294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feld 15"/>
          <p:cNvSpPr txBox="1">
            <a:spLocks noChangeArrowheads="1"/>
          </p:cNvSpPr>
          <p:nvPr userDrawn="1"/>
        </p:nvSpPr>
        <p:spPr bwMode="auto">
          <a:xfrm>
            <a:off x="2771800" y="4343410"/>
            <a:ext cx="35607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de-DE" altLang="de-DE" sz="1600" dirty="0" err="1" smtClean="0">
                <a:solidFill>
                  <a:schemeClr val="bg1"/>
                </a:solidFill>
                <a:latin typeface="Calibri"/>
                <a:ea typeface="+mn-ea"/>
                <a:cs typeface="Calibri"/>
              </a:rPr>
              <a:t>www.ravensburg.dhbw.de</a:t>
            </a:r>
            <a:endParaRPr lang="de-DE" altLang="de-DE" sz="1600" dirty="0" smtClean="0">
              <a:solidFill>
                <a:schemeClr val="bg1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539552" y="2208453"/>
            <a:ext cx="8136904" cy="363297"/>
          </a:xfrm>
        </p:spPr>
        <p:txBody>
          <a:bodyPr anchor="ctr">
            <a:noAutofit/>
          </a:bodyPr>
          <a:lstStyle>
            <a:lvl1pPr marL="0" indent="0" algn="l">
              <a:buNone/>
              <a:defRPr sz="2400">
                <a:solidFill>
                  <a:srgbClr val="2E3539"/>
                </a:solidFill>
                <a:latin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 smtClean="0"/>
              <a:t>Formatvorlage des Untertitelmasters durch Klicken bearbeiten</a:t>
            </a:r>
            <a:endParaRPr lang="de-DE" dirty="0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>
          <a:xfrm>
            <a:off x="539552" y="1761660"/>
            <a:ext cx="8136904" cy="378042"/>
          </a:xfrm>
        </p:spPr>
        <p:txBody>
          <a:bodyPr anchor="ctr">
            <a:noAutofit/>
          </a:bodyPr>
          <a:lstStyle>
            <a:lvl1pPr algn="l">
              <a:defRPr sz="3200" b="1">
                <a:latin typeface="Calibri" panose="020F0502020204030204" pitchFamily="34" charset="0"/>
              </a:defRPr>
            </a:lvl1pPr>
          </a:lstStyle>
          <a:p>
            <a:pPr lvl="0"/>
            <a:r>
              <a:rPr lang="de-DE" dirty="0" smtClean="0"/>
              <a:t>TITELMASTERFORMAT BEARBEITEN</a:t>
            </a:r>
          </a:p>
        </p:txBody>
      </p:sp>
      <p:sp>
        <p:nvSpPr>
          <p:cNvPr id="8" name="Rechteck 7"/>
          <p:cNvSpPr/>
          <p:nvPr userDrawn="1"/>
        </p:nvSpPr>
        <p:spPr>
          <a:xfrm>
            <a:off x="5364088" y="249492"/>
            <a:ext cx="3600400" cy="4320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9391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Kapitelbalken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9750" y="798755"/>
            <a:ext cx="96838" cy="578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683571" y="1131590"/>
            <a:ext cx="7997895" cy="270272"/>
          </a:xfrm>
        </p:spPr>
        <p:txBody>
          <a:bodyPr anchor="ctr">
            <a:noAutofit/>
          </a:bodyPr>
          <a:lstStyle>
            <a:lvl1pPr marL="0" indent="0">
              <a:buNone/>
              <a:defRPr sz="2400">
                <a:solidFill>
                  <a:srgbClr val="2E3539"/>
                </a:solidFill>
                <a:latin typeface="Calibri"/>
                <a:cs typeface="Calibri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de-DE" dirty="0" smtClean="0"/>
              <a:t>Textmasterformat bearbeiten</a:t>
            </a:r>
          </a:p>
        </p:txBody>
      </p:sp>
      <p:sp>
        <p:nvSpPr>
          <p:cNvPr id="16" name="Textplatzhalter 2"/>
          <p:cNvSpPr>
            <a:spLocks noGrp="1"/>
          </p:cNvSpPr>
          <p:nvPr>
            <p:ph idx="16"/>
          </p:nvPr>
        </p:nvSpPr>
        <p:spPr bwMode="auto">
          <a:xfrm>
            <a:off x="536433" y="1869672"/>
            <a:ext cx="8145030" cy="27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de-DE" altLang="de-DE" dirty="0" smtClean="0"/>
              <a:t>Textmasterformat bearbeiten</a:t>
            </a:r>
          </a:p>
          <a:p>
            <a:pPr lvl="1"/>
            <a:r>
              <a:rPr lang="de-DE" altLang="de-DE" dirty="0" smtClean="0"/>
              <a:t>Zweite Ebene</a:t>
            </a:r>
          </a:p>
          <a:p>
            <a:pPr lvl="2"/>
            <a:r>
              <a:rPr lang="de-DE" altLang="de-DE" dirty="0" smtClean="0"/>
              <a:t>Dritte Ebene</a:t>
            </a:r>
          </a:p>
          <a:p>
            <a:pPr lvl="3"/>
            <a:r>
              <a:rPr lang="de-DE" altLang="de-DE" dirty="0" smtClean="0"/>
              <a:t>Vierte Ebene</a:t>
            </a:r>
          </a:p>
          <a:p>
            <a:pPr lvl="4"/>
            <a:r>
              <a:rPr lang="de-DE" altLang="de-DE" dirty="0" smtClean="0"/>
              <a:t>Fünfte Ebene</a:t>
            </a:r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601342" y="4894075"/>
            <a:ext cx="1080120" cy="161952"/>
          </a:xfrm>
          <a:prstGeom prst="rect">
            <a:avLst/>
          </a:prstGeom>
        </p:spPr>
        <p:txBody>
          <a:bodyPr vert="horz" lIns="108000" tIns="45720" rIns="0" bIns="45720" rtlCol="0" anchor="ctr"/>
          <a:lstStyle>
            <a:lvl1pPr algn="r">
              <a:defRPr sz="1000">
                <a:solidFill>
                  <a:srgbClr val="2E3539"/>
                </a:solidFill>
                <a:latin typeface="Calibri"/>
                <a:cs typeface="Calibri"/>
              </a:defRPr>
            </a:lvl1pPr>
          </a:lstStyle>
          <a:p>
            <a:fld id="{6430589D-C15E-4E44-97E5-15A9FDA64E0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683568" y="690902"/>
            <a:ext cx="7999290" cy="440688"/>
          </a:xfrm>
        </p:spPr>
        <p:txBody>
          <a:bodyPr anchor="t"/>
          <a:lstStyle>
            <a:lvl1pPr>
              <a:defRPr sz="2600"/>
            </a:lvl1pPr>
          </a:lstStyle>
          <a:p>
            <a:r>
              <a:rPr lang="de-DE" dirty="0" smtClean="0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39211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- 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535103" y="1131590"/>
            <a:ext cx="8147756" cy="270272"/>
          </a:xfrm>
        </p:spPr>
        <p:txBody>
          <a:bodyPr lIns="0" anchor="ctr">
            <a:noAutofit/>
          </a:bodyPr>
          <a:lstStyle>
            <a:lvl1pPr marL="0" indent="0">
              <a:buNone/>
              <a:defRPr sz="2400">
                <a:solidFill>
                  <a:srgbClr val="2E3539"/>
                </a:solidFill>
                <a:latin typeface="Calibri"/>
                <a:cs typeface="Calibri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de-DE" dirty="0" smtClean="0"/>
              <a:t>Textmasterformat bearbeiten</a:t>
            </a:r>
          </a:p>
        </p:txBody>
      </p:sp>
      <p:sp>
        <p:nvSpPr>
          <p:cNvPr id="14" name="Textplatzhalter 2"/>
          <p:cNvSpPr>
            <a:spLocks noGrp="1"/>
          </p:cNvSpPr>
          <p:nvPr>
            <p:ph idx="16"/>
          </p:nvPr>
        </p:nvSpPr>
        <p:spPr bwMode="auto">
          <a:xfrm>
            <a:off x="535461" y="1635646"/>
            <a:ext cx="8146005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de-DE" altLang="de-DE" dirty="0" smtClean="0"/>
              <a:t>Textmasterformat bearbeiten</a:t>
            </a:r>
          </a:p>
          <a:p>
            <a:pPr lvl="1"/>
            <a:r>
              <a:rPr lang="de-DE" altLang="de-DE" dirty="0" smtClean="0"/>
              <a:t>Zweite Ebene</a:t>
            </a:r>
          </a:p>
          <a:p>
            <a:pPr lvl="2"/>
            <a:r>
              <a:rPr lang="de-DE" altLang="de-DE" dirty="0" smtClean="0"/>
              <a:t>Dritte Ebene</a:t>
            </a:r>
          </a:p>
          <a:p>
            <a:pPr lvl="3"/>
            <a:r>
              <a:rPr lang="de-DE" altLang="de-DE" dirty="0" smtClean="0"/>
              <a:t>Vierte Ebene</a:t>
            </a:r>
          </a:p>
          <a:p>
            <a:pPr lvl="4"/>
            <a:r>
              <a:rPr lang="de-DE" altLang="de-DE" dirty="0" smtClean="0"/>
              <a:t>Fünfte Ebene</a:t>
            </a:r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601342" y="4894075"/>
            <a:ext cx="1080120" cy="161952"/>
          </a:xfrm>
          <a:prstGeom prst="rect">
            <a:avLst/>
          </a:prstGeom>
        </p:spPr>
        <p:txBody>
          <a:bodyPr vert="horz" lIns="108000" tIns="45720" rIns="0" bIns="45720" rtlCol="0" anchor="ctr"/>
          <a:lstStyle>
            <a:lvl1pPr algn="r">
              <a:defRPr sz="1000">
                <a:solidFill>
                  <a:srgbClr val="2E3539"/>
                </a:solidFill>
                <a:latin typeface="Calibri"/>
                <a:cs typeface="Calibri"/>
              </a:defRPr>
            </a:lvl1pPr>
          </a:lstStyle>
          <a:p>
            <a:fld id="{6430589D-C15E-4E44-97E5-15A9FDA64E0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itel 3"/>
          <p:cNvSpPr>
            <a:spLocks noGrp="1"/>
          </p:cNvSpPr>
          <p:nvPr>
            <p:ph type="title"/>
          </p:nvPr>
        </p:nvSpPr>
        <p:spPr>
          <a:xfrm>
            <a:off x="535103" y="690902"/>
            <a:ext cx="8147756" cy="440687"/>
          </a:xfrm>
        </p:spPr>
        <p:txBody>
          <a:bodyPr lIns="0" anchor="t"/>
          <a:lstStyle>
            <a:lvl1pPr>
              <a:defRPr sz="2600"/>
            </a:lvl1pPr>
          </a:lstStyle>
          <a:p>
            <a:r>
              <a:rPr lang="de-DE" dirty="0" smtClean="0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8419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Up_Inhaltsfolie - nur Titel und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601342" y="4894075"/>
            <a:ext cx="1080120" cy="161952"/>
          </a:xfrm>
          <a:prstGeom prst="rect">
            <a:avLst/>
          </a:prstGeom>
        </p:spPr>
        <p:txBody>
          <a:bodyPr vert="horz" lIns="108000" tIns="45720" rIns="0" bIns="45720" rtlCol="0" anchor="ctr"/>
          <a:lstStyle>
            <a:lvl1pPr algn="r">
              <a:defRPr sz="1000">
                <a:solidFill>
                  <a:srgbClr val="2E3539"/>
                </a:solidFill>
                <a:latin typeface="Calibri"/>
                <a:cs typeface="Calibri"/>
              </a:defRPr>
            </a:lvl1pPr>
          </a:lstStyle>
          <a:p>
            <a:fld id="{6430589D-C15E-4E44-97E5-15A9FDA64E0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535103" y="1131590"/>
            <a:ext cx="8147756" cy="270272"/>
          </a:xfrm>
        </p:spPr>
        <p:txBody>
          <a:bodyPr lIns="0" anchor="ctr">
            <a:noAutofit/>
          </a:bodyPr>
          <a:lstStyle>
            <a:lvl1pPr marL="0" indent="0">
              <a:buNone/>
              <a:defRPr sz="2400">
                <a:solidFill>
                  <a:srgbClr val="2E3539"/>
                </a:solidFill>
                <a:latin typeface="Calibri"/>
                <a:cs typeface="Calibri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de-DE" dirty="0" smtClean="0"/>
              <a:t>Textmasterformat bearbeiten</a:t>
            </a:r>
          </a:p>
        </p:txBody>
      </p:sp>
      <p:sp>
        <p:nvSpPr>
          <p:cNvPr id="14" name="Titel 3"/>
          <p:cNvSpPr>
            <a:spLocks noGrp="1"/>
          </p:cNvSpPr>
          <p:nvPr>
            <p:ph type="title"/>
          </p:nvPr>
        </p:nvSpPr>
        <p:spPr>
          <a:xfrm>
            <a:off x="535103" y="690902"/>
            <a:ext cx="8147756" cy="440687"/>
          </a:xfrm>
        </p:spPr>
        <p:txBody>
          <a:bodyPr lIns="0" anchor="t"/>
          <a:lstStyle>
            <a:lvl1pPr>
              <a:defRPr sz="2600"/>
            </a:lvl1pPr>
          </a:lstStyle>
          <a:p>
            <a:r>
              <a:rPr lang="de-DE" dirty="0" smtClean="0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9653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-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601342" y="4894075"/>
            <a:ext cx="1080120" cy="161952"/>
          </a:xfrm>
          <a:prstGeom prst="rect">
            <a:avLst/>
          </a:prstGeom>
        </p:spPr>
        <p:txBody>
          <a:bodyPr vert="horz" lIns="108000" tIns="45720" rIns="0" bIns="45720" rtlCol="0" anchor="ctr"/>
          <a:lstStyle>
            <a:lvl1pPr algn="r">
              <a:defRPr sz="1000">
                <a:solidFill>
                  <a:srgbClr val="2E3539"/>
                </a:solidFill>
                <a:latin typeface="Calibri"/>
                <a:cs typeface="Calibri"/>
              </a:defRPr>
            </a:lvl1pPr>
          </a:lstStyle>
          <a:p>
            <a:fld id="{6430589D-C15E-4E44-97E5-15A9FDA64E0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22595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mit Bild (2: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2"/>
          <p:cNvSpPr>
            <a:spLocks noGrp="1"/>
          </p:cNvSpPr>
          <p:nvPr>
            <p:ph idx="1"/>
          </p:nvPr>
        </p:nvSpPr>
        <p:spPr bwMode="auto">
          <a:xfrm>
            <a:off x="539552" y="1635646"/>
            <a:ext cx="4890468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de-DE" altLang="de-DE" dirty="0" smtClean="0"/>
              <a:t>Textmasterformat bearbeiten</a:t>
            </a:r>
          </a:p>
          <a:p>
            <a:pPr lvl="1"/>
            <a:r>
              <a:rPr lang="de-DE" altLang="de-DE" dirty="0" smtClean="0"/>
              <a:t>Zweite Ebene</a:t>
            </a:r>
          </a:p>
          <a:p>
            <a:pPr lvl="2"/>
            <a:r>
              <a:rPr lang="de-DE" altLang="de-DE" dirty="0" smtClean="0"/>
              <a:t>Dritte Ebene</a:t>
            </a:r>
          </a:p>
          <a:p>
            <a:pPr lvl="3"/>
            <a:r>
              <a:rPr lang="de-DE" altLang="de-DE" dirty="0" smtClean="0"/>
              <a:t>Vierte Ebene</a:t>
            </a:r>
          </a:p>
          <a:p>
            <a:pPr lvl="4"/>
            <a:r>
              <a:rPr lang="de-DE" altLang="de-DE" dirty="0" smtClean="0"/>
              <a:t>Fünfte Ebene</a:t>
            </a:r>
          </a:p>
        </p:txBody>
      </p:sp>
      <p:sp>
        <p:nvSpPr>
          <p:cNvPr id="9" name="Textplatzhalter 2"/>
          <p:cNvSpPr>
            <a:spLocks noGrp="1"/>
          </p:cNvSpPr>
          <p:nvPr>
            <p:ph idx="13"/>
          </p:nvPr>
        </p:nvSpPr>
        <p:spPr bwMode="auto">
          <a:xfrm>
            <a:off x="5580114" y="1635646"/>
            <a:ext cx="3101351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de-DE" altLang="de-DE" dirty="0" smtClean="0"/>
              <a:t>Textmasterformat bearbeiten</a:t>
            </a:r>
          </a:p>
          <a:p>
            <a:pPr lvl="1"/>
            <a:r>
              <a:rPr lang="de-DE" altLang="de-DE" dirty="0" smtClean="0"/>
              <a:t>Zweite Ebene</a:t>
            </a:r>
          </a:p>
          <a:p>
            <a:pPr lvl="2"/>
            <a:r>
              <a:rPr lang="de-DE" altLang="de-DE" dirty="0" smtClean="0"/>
              <a:t>Dritte Ebene</a:t>
            </a:r>
          </a:p>
          <a:p>
            <a:pPr lvl="3"/>
            <a:r>
              <a:rPr lang="de-DE" altLang="de-DE" dirty="0" smtClean="0"/>
              <a:t>Vierte Ebene</a:t>
            </a:r>
          </a:p>
          <a:p>
            <a:pPr lvl="4"/>
            <a:r>
              <a:rPr lang="de-DE" altLang="de-DE" dirty="0" smtClean="0"/>
              <a:t>Fünfte Ebene</a:t>
            </a:r>
          </a:p>
        </p:txBody>
      </p:sp>
      <p:sp>
        <p:nvSpPr>
          <p:cNvPr id="1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601342" y="4894075"/>
            <a:ext cx="1080120" cy="161952"/>
          </a:xfrm>
          <a:prstGeom prst="rect">
            <a:avLst/>
          </a:prstGeom>
        </p:spPr>
        <p:txBody>
          <a:bodyPr vert="horz" lIns="108000" tIns="45720" rIns="0" bIns="45720" rtlCol="0" anchor="ctr"/>
          <a:lstStyle>
            <a:lvl1pPr algn="r">
              <a:defRPr sz="1000">
                <a:solidFill>
                  <a:srgbClr val="2E3539"/>
                </a:solidFill>
                <a:latin typeface="Calibri"/>
                <a:cs typeface="Calibri"/>
              </a:defRPr>
            </a:lvl1pPr>
          </a:lstStyle>
          <a:p>
            <a:fld id="{6430589D-C15E-4E44-97E5-15A9FDA64E0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0" name="Textplatzhalter 9"/>
          <p:cNvSpPr>
            <a:spLocks noGrp="1"/>
          </p:cNvSpPr>
          <p:nvPr>
            <p:ph type="body" sz="quarter" idx="14"/>
          </p:nvPr>
        </p:nvSpPr>
        <p:spPr>
          <a:xfrm>
            <a:off x="535103" y="1131590"/>
            <a:ext cx="8147756" cy="270272"/>
          </a:xfrm>
        </p:spPr>
        <p:txBody>
          <a:bodyPr lIns="0" anchor="ctr">
            <a:noAutofit/>
          </a:bodyPr>
          <a:lstStyle>
            <a:lvl1pPr marL="0" indent="0">
              <a:buNone/>
              <a:defRPr sz="2400">
                <a:solidFill>
                  <a:srgbClr val="2E3539"/>
                </a:solidFill>
                <a:latin typeface="Calibri"/>
                <a:cs typeface="Calibri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de-DE" dirty="0" smtClean="0"/>
              <a:t>Textmasterformat bearbeiten</a:t>
            </a:r>
          </a:p>
        </p:txBody>
      </p:sp>
      <p:sp>
        <p:nvSpPr>
          <p:cNvPr id="21" name="Titel 3"/>
          <p:cNvSpPr>
            <a:spLocks noGrp="1"/>
          </p:cNvSpPr>
          <p:nvPr>
            <p:ph type="title"/>
          </p:nvPr>
        </p:nvSpPr>
        <p:spPr>
          <a:xfrm>
            <a:off x="535103" y="690902"/>
            <a:ext cx="8147756" cy="440687"/>
          </a:xfrm>
        </p:spPr>
        <p:txBody>
          <a:bodyPr lIns="0" anchor="t"/>
          <a:lstStyle>
            <a:lvl1pPr>
              <a:defRPr sz="2600"/>
            </a:lvl1pPr>
          </a:lstStyle>
          <a:p>
            <a:r>
              <a:rPr lang="de-DE" dirty="0" smtClean="0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92564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Up_Folienlay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601342" y="4894075"/>
            <a:ext cx="1080120" cy="161952"/>
          </a:xfrm>
          <a:prstGeom prst="rect">
            <a:avLst/>
          </a:prstGeom>
        </p:spPr>
        <p:txBody>
          <a:bodyPr vert="horz" lIns="108000" tIns="45720" rIns="0" bIns="45720" rtlCol="0" anchor="ctr"/>
          <a:lstStyle>
            <a:lvl1pPr algn="r">
              <a:defRPr sz="1000">
                <a:solidFill>
                  <a:srgbClr val="2E3539"/>
                </a:solidFill>
                <a:latin typeface="Calibri"/>
                <a:cs typeface="Calibri"/>
              </a:defRPr>
            </a:lvl1pPr>
          </a:lstStyle>
          <a:p>
            <a:fld id="{6430589D-C15E-4E44-97E5-15A9FDA64E0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Rechteck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2001A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 userDrawn="1"/>
        </p:nvSpPr>
        <p:spPr>
          <a:xfrm>
            <a:off x="755576" y="2139704"/>
            <a:ext cx="7776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 err="1" smtClean="0">
                <a:solidFill>
                  <a:schemeClr val="bg1"/>
                </a:solidFill>
                <a:latin typeface="Calibri"/>
                <a:cs typeface="Calibri"/>
              </a:rPr>
              <a:t>BackUp</a:t>
            </a:r>
            <a:r>
              <a:rPr lang="de-DE" sz="3600" b="1" dirty="0" smtClean="0">
                <a:solidFill>
                  <a:schemeClr val="bg1"/>
                </a:solidFill>
                <a:latin typeface="Calibri"/>
                <a:cs typeface="Calibri"/>
              </a:rPr>
              <a:t> - Layouts</a:t>
            </a:r>
            <a:endParaRPr lang="de-DE" sz="3600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30842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ackUp_Zwischen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7" y="3305176"/>
            <a:ext cx="8213919" cy="1021556"/>
          </a:xfrm>
        </p:spPr>
        <p:txBody>
          <a:bodyPr/>
          <a:lstStyle>
            <a:lvl1pPr algn="l">
              <a:defRPr sz="3600" b="1" cap="all"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67547" y="2180035"/>
            <a:ext cx="8213919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2E3539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 smtClean="0"/>
              <a:t>Textmasterformat bearbeiten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601342" y="4894075"/>
            <a:ext cx="1080120" cy="161952"/>
          </a:xfrm>
          <a:prstGeom prst="rect">
            <a:avLst/>
          </a:prstGeom>
        </p:spPr>
        <p:txBody>
          <a:bodyPr vert="horz" lIns="108000" tIns="45720" rIns="0" bIns="45720" rtlCol="0" anchor="ctr"/>
          <a:lstStyle>
            <a:lvl1pPr algn="r">
              <a:defRPr sz="1000">
                <a:solidFill>
                  <a:srgbClr val="2E3539"/>
                </a:solidFill>
                <a:latin typeface="Calibri"/>
                <a:cs typeface="Calibri"/>
              </a:defRPr>
            </a:lvl1pPr>
          </a:lstStyle>
          <a:p>
            <a:fld id="{6430589D-C15E-4E44-97E5-15A9FDA64E0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3329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Up_Kapiteltitel Agenda od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601342" y="4894075"/>
            <a:ext cx="1080120" cy="161952"/>
          </a:xfrm>
          <a:prstGeom prst="rect">
            <a:avLst/>
          </a:prstGeom>
        </p:spPr>
        <p:txBody>
          <a:bodyPr vert="horz" lIns="108000" tIns="45720" rIns="0" bIns="45720" rtlCol="0" anchor="ctr"/>
          <a:lstStyle>
            <a:lvl1pPr algn="r">
              <a:defRPr sz="1000">
                <a:solidFill>
                  <a:srgbClr val="2E3539"/>
                </a:solidFill>
                <a:latin typeface="Calibri"/>
                <a:cs typeface="Calibri"/>
              </a:defRPr>
            </a:lvl1pPr>
          </a:lstStyle>
          <a:p>
            <a:fld id="{6430589D-C15E-4E44-97E5-15A9FDA64E0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4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683571" y="1131590"/>
            <a:ext cx="7997895" cy="270272"/>
          </a:xfrm>
        </p:spPr>
        <p:txBody>
          <a:bodyPr anchor="ctr">
            <a:noAutofit/>
          </a:bodyPr>
          <a:lstStyle>
            <a:lvl1pPr marL="0" indent="0">
              <a:buNone/>
              <a:defRPr sz="2400">
                <a:solidFill>
                  <a:srgbClr val="2E3539"/>
                </a:solidFill>
                <a:latin typeface="Calibri"/>
                <a:cs typeface="Calibri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de-DE" dirty="0" smtClean="0"/>
              <a:t>Textmasterformat bearbeiten</a:t>
            </a:r>
          </a:p>
        </p:txBody>
      </p:sp>
      <p:sp>
        <p:nvSpPr>
          <p:cNvPr id="15" name="Titel 3"/>
          <p:cNvSpPr>
            <a:spLocks noGrp="1"/>
          </p:cNvSpPr>
          <p:nvPr>
            <p:ph type="title"/>
          </p:nvPr>
        </p:nvSpPr>
        <p:spPr>
          <a:xfrm>
            <a:off x="683568" y="690902"/>
            <a:ext cx="7999290" cy="440688"/>
          </a:xfrm>
        </p:spPr>
        <p:txBody>
          <a:bodyPr anchor="t"/>
          <a:lstStyle>
            <a:lvl1pPr>
              <a:defRPr sz="2600"/>
            </a:lvl1pPr>
          </a:lstStyle>
          <a:p>
            <a:r>
              <a:rPr lang="de-DE" dirty="0" smtClean="0"/>
              <a:t>Mastertitelformat bearbeiten</a:t>
            </a:r>
            <a:endParaRPr lang="de-DE" dirty="0"/>
          </a:p>
        </p:txBody>
      </p:sp>
      <p:sp>
        <p:nvSpPr>
          <p:cNvPr id="17" name="Textplatzhalter 2"/>
          <p:cNvSpPr>
            <a:spLocks noGrp="1"/>
          </p:cNvSpPr>
          <p:nvPr>
            <p:ph idx="16"/>
          </p:nvPr>
        </p:nvSpPr>
        <p:spPr bwMode="auto">
          <a:xfrm>
            <a:off x="535461" y="1635646"/>
            <a:ext cx="8146005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de-DE" altLang="de-DE" dirty="0" smtClean="0"/>
              <a:t>Textmasterformat bearbeiten</a:t>
            </a:r>
          </a:p>
          <a:p>
            <a:pPr lvl="1"/>
            <a:r>
              <a:rPr lang="de-DE" altLang="de-DE" dirty="0" smtClean="0"/>
              <a:t>Zweite Ebene</a:t>
            </a:r>
          </a:p>
          <a:p>
            <a:pPr lvl="2"/>
            <a:r>
              <a:rPr lang="de-DE" altLang="de-DE" dirty="0" smtClean="0"/>
              <a:t>Dritte Ebene</a:t>
            </a:r>
          </a:p>
          <a:p>
            <a:pPr lvl="3"/>
            <a:r>
              <a:rPr lang="de-DE" altLang="de-DE" dirty="0" smtClean="0"/>
              <a:t>Vierte Ebene</a:t>
            </a:r>
          </a:p>
          <a:p>
            <a:pPr lvl="4"/>
            <a:r>
              <a:rPr lang="de-DE" altLang="de-DE" dirty="0" smtClean="0"/>
              <a:t>Fünfte Ebene</a:t>
            </a:r>
          </a:p>
        </p:txBody>
      </p:sp>
      <p:pic>
        <p:nvPicPr>
          <p:cNvPr id="7" name="Picture 6" descr="Kapitelbalken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9750" y="798755"/>
            <a:ext cx="96838" cy="578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966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Up_Kapiteltitel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601342" y="4894075"/>
            <a:ext cx="1080120" cy="161952"/>
          </a:xfrm>
          <a:prstGeom prst="rect">
            <a:avLst/>
          </a:prstGeom>
        </p:spPr>
        <p:txBody>
          <a:bodyPr vert="horz" lIns="108000" tIns="45720" rIns="0" bIns="45720" rtlCol="0" anchor="ctr"/>
          <a:lstStyle>
            <a:lvl1pPr algn="r">
              <a:defRPr sz="1000">
                <a:solidFill>
                  <a:srgbClr val="2E3539"/>
                </a:solidFill>
                <a:latin typeface="Calibri"/>
                <a:cs typeface="Calibri"/>
              </a:defRPr>
            </a:lvl1pPr>
          </a:lstStyle>
          <a:p>
            <a:fld id="{6430589D-C15E-4E44-97E5-15A9FDA64E0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683571" y="1131590"/>
            <a:ext cx="7997895" cy="270272"/>
          </a:xfrm>
        </p:spPr>
        <p:txBody>
          <a:bodyPr anchor="ctr">
            <a:noAutofit/>
          </a:bodyPr>
          <a:lstStyle>
            <a:lvl1pPr marL="0" indent="0">
              <a:buNone/>
              <a:defRPr sz="2400">
                <a:solidFill>
                  <a:srgbClr val="2E3539"/>
                </a:solidFill>
                <a:latin typeface="Calibri"/>
                <a:cs typeface="Calibri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de-DE" dirty="0" smtClean="0"/>
              <a:t>Textmasterformat bearbeiten</a:t>
            </a:r>
          </a:p>
        </p:txBody>
      </p:sp>
      <p:sp>
        <p:nvSpPr>
          <p:cNvPr id="14" name="Titel 3"/>
          <p:cNvSpPr>
            <a:spLocks noGrp="1"/>
          </p:cNvSpPr>
          <p:nvPr>
            <p:ph type="title"/>
          </p:nvPr>
        </p:nvSpPr>
        <p:spPr>
          <a:xfrm>
            <a:off x="683568" y="690902"/>
            <a:ext cx="7999290" cy="440688"/>
          </a:xfrm>
        </p:spPr>
        <p:txBody>
          <a:bodyPr anchor="t"/>
          <a:lstStyle>
            <a:lvl1pPr>
              <a:defRPr sz="2600"/>
            </a:lvl1pPr>
          </a:lstStyle>
          <a:p>
            <a:r>
              <a:rPr lang="de-DE" dirty="0" smtClean="0"/>
              <a:t>Mastertitelformat bearbeiten</a:t>
            </a:r>
            <a:endParaRPr lang="de-DE" dirty="0"/>
          </a:p>
        </p:txBody>
      </p:sp>
      <p:pic>
        <p:nvPicPr>
          <p:cNvPr id="6" name="Picture 6" descr="Kapitelbalken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9750" y="798755"/>
            <a:ext cx="96838" cy="578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7623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Up_Inhaltsfolie - nur 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601342" y="4894075"/>
            <a:ext cx="1080120" cy="161952"/>
          </a:xfrm>
          <a:prstGeom prst="rect">
            <a:avLst/>
          </a:prstGeom>
        </p:spPr>
        <p:txBody>
          <a:bodyPr vert="horz" lIns="108000" tIns="45720" rIns="0" bIns="45720" rtlCol="0" anchor="ctr"/>
          <a:lstStyle>
            <a:lvl1pPr algn="r">
              <a:defRPr sz="1000">
                <a:solidFill>
                  <a:srgbClr val="2E3539"/>
                </a:solidFill>
                <a:latin typeface="Calibri"/>
                <a:cs typeface="Calibri"/>
              </a:defRPr>
            </a:lvl1pPr>
          </a:lstStyle>
          <a:p>
            <a:fld id="{6430589D-C15E-4E44-97E5-15A9FDA64E0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Titel 3"/>
          <p:cNvSpPr>
            <a:spLocks noGrp="1"/>
          </p:cNvSpPr>
          <p:nvPr>
            <p:ph type="title"/>
          </p:nvPr>
        </p:nvSpPr>
        <p:spPr>
          <a:xfrm>
            <a:off x="535659" y="690902"/>
            <a:ext cx="8147199" cy="440687"/>
          </a:xfrm>
        </p:spPr>
        <p:txBody>
          <a:bodyPr lIns="0" anchor="t"/>
          <a:lstStyle>
            <a:lvl1pPr>
              <a:defRPr sz="2600"/>
            </a:lvl1pPr>
          </a:lstStyle>
          <a:p>
            <a:r>
              <a:rPr lang="de-DE" dirty="0" smtClean="0"/>
              <a:t>Mastertitelformat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idx="16"/>
          </p:nvPr>
        </p:nvSpPr>
        <p:spPr bwMode="auto">
          <a:xfrm>
            <a:off x="535461" y="1635646"/>
            <a:ext cx="8146005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de-DE" altLang="de-DE" dirty="0" smtClean="0"/>
              <a:t>Textmasterformat bearbeiten</a:t>
            </a:r>
          </a:p>
          <a:p>
            <a:pPr lvl="1"/>
            <a:r>
              <a:rPr lang="de-DE" altLang="de-DE" dirty="0" smtClean="0"/>
              <a:t>Zweite Ebene</a:t>
            </a:r>
          </a:p>
          <a:p>
            <a:pPr lvl="2"/>
            <a:r>
              <a:rPr lang="de-DE" altLang="de-DE" dirty="0" smtClean="0"/>
              <a:t>Dritte Ebene</a:t>
            </a:r>
          </a:p>
          <a:p>
            <a:pPr lvl="3"/>
            <a:r>
              <a:rPr lang="de-DE" altLang="de-DE" dirty="0" smtClean="0"/>
              <a:t>Vierte Ebene</a:t>
            </a:r>
          </a:p>
          <a:p>
            <a:pPr lvl="4"/>
            <a:r>
              <a:rPr lang="de-DE" altLang="de-DE" dirty="0" smtClean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438131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Up_Inhaltsfolie - 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601342" y="4894075"/>
            <a:ext cx="1080120" cy="161952"/>
          </a:xfrm>
          <a:prstGeom prst="rect">
            <a:avLst/>
          </a:prstGeom>
        </p:spPr>
        <p:txBody>
          <a:bodyPr vert="horz" lIns="108000" tIns="45720" rIns="0" bIns="45720" rtlCol="0" anchor="ctr"/>
          <a:lstStyle>
            <a:lvl1pPr algn="r">
              <a:defRPr sz="1000">
                <a:solidFill>
                  <a:srgbClr val="2E3539"/>
                </a:solidFill>
                <a:latin typeface="Calibri"/>
                <a:cs typeface="Calibri"/>
              </a:defRPr>
            </a:lvl1pPr>
          </a:lstStyle>
          <a:p>
            <a:fld id="{6430589D-C15E-4E44-97E5-15A9FDA64E0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Titel 3"/>
          <p:cNvSpPr>
            <a:spLocks noGrp="1"/>
          </p:cNvSpPr>
          <p:nvPr>
            <p:ph type="title"/>
          </p:nvPr>
        </p:nvSpPr>
        <p:spPr>
          <a:xfrm>
            <a:off x="535659" y="690902"/>
            <a:ext cx="8147199" cy="440687"/>
          </a:xfrm>
        </p:spPr>
        <p:txBody>
          <a:bodyPr lIns="0" anchor="t"/>
          <a:lstStyle>
            <a:lvl1pPr>
              <a:defRPr sz="2600"/>
            </a:lvl1pPr>
          </a:lstStyle>
          <a:p>
            <a:r>
              <a:rPr lang="de-DE" dirty="0" smtClean="0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750197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Up_Inhaltsfolie mit Bild und Untertitel (2: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2"/>
          <p:cNvSpPr>
            <a:spLocks noGrp="1"/>
          </p:cNvSpPr>
          <p:nvPr>
            <p:ph idx="14" hasCustomPrompt="1"/>
          </p:nvPr>
        </p:nvSpPr>
        <p:spPr bwMode="auto">
          <a:xfrm>
            <a:off x="5580114" y="4379467"/>
            <a:ext cx="3101351" cy="352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>
            <a:lvl1pPr marL="0" indent="0" algn="r">
              <a:buNone/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de-DE" altLang="de-DE" dirty="0" smtClean="0"/>
              <a:t>Textmasterformat bearbeiten</a:t>
            </a:r>
          </a:p>
        </p:txBody>
      </p:sp>
      <p:sp>
        <p:nvSpPr>
          <p:cNvPr id="12" name="Textplatzhalter 2"/>
          <p:cNvSpPr>
            <a:spLocks noGrp="1"/>
          </p:cNvSpPr>
          <p:nvPr>
            <p:ph idx="1" hasCustomPrompt="1"/>
          </p:nvPr>
        </p:nvSpPr>
        <p:spPr bwMode="auto">
          <a:xfrm>
            <a:off x="543699" y="1635646"/>
            <a:ext cx="4886323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de-DE" altLang="de-DE" dirty="0" smtClean="0"/>
              <a:t>Textmasterformat bearbeiten</a:t>
            </a:r>
          </a:p>
          <a:p>
            <a:pPr lvl="1"/>
            <a:r>
              <a:rPr lang="de-DE" altLang="de-DE" dirty="0" smtClean="0"/>
              <a:t>Zweite Ebene</a:t>
            </a:r>
          </a:p>
          <a:p>
            <a:pPr lvl="2"/>
            <a:r>
              <a:rPr lang="de-DE" altLang="de-DE" dirty="0" smtClean="0"/>
              <a:t>Dritte Ebene</a:t>
            </a:r>
          </a:p>
          <a:p>
            <a:pPr lvl="3"/>
            <a:r>
              <a:rPr lang="de-DE" altLang="de-DE" dirty="0" smtClean="0"/>
              <a:t>Vierte Ebene</a:t>
            </a:r>
          </a:p>
          <a:p>
            <a:pPr lvl="4"/>
            <a:r>
              <a:rPr lang="de-DE" altLang="de-DE" dirty="0" smtClean="0"/>
              <a:t>Fünfte Ebene</a:t>
            </a:r>
          </a:p>
        </p:txBody>
      </p:sp>
      <p:sp>
        <p:nvSpPr>
          <p:cNvPr id="13" name="Textplatzhalter 2"/>
          <p:cNvSpPr>
            <a:spLocks noGrp="1"/>
          </p:cNvSpPr>
          <p:nvPr>
            <p:ph idx="13"/>
          </p:nvPr>
        </p:nvSpPr>
        <p:spPr bwMode="auto">
          <a:xfrm>
            <a:off x="5580114" y="1635646"/>
            <a:ext cx="3101351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de-DE" altLang="de-DE" dirty="0" smtClean="0"/>
              <a:t>Textmasterformat bearbeiten</a:t>
            </a:r>
          </a:p>
          <a:p>
            <a:pPr lvl="1"/>
            <a:r>
              <a:rPr lang="de-DE" altLang="de-DE" dirty="0" smtClean="0"/>
              <a:t>Zweite Ebene</a:t>
            </a:r>
          </a:p>
          <a:p>
            <a:pPr lvl="2"/>
            <a:r>
              <a:rPr lang="de-DE" altLang="de-DE" dirty="0" smtClean="0"/>
              <a:t>Dritte Ebene</a:t>
            </a:r>
          </a:p>
          <a:p>
            <a:pPr lvl="3"/>
            <a:r>
              <a:rPr lang="de-DE" altLang="de-DE" dirty="0" smtClean="0"/>
              <a:t>Vierte Ebene</a:t>
            </a:r>
          </a:p>
          <a:p>
            <a:pPr lvl="4"/>
            <a:r>
              <a:rPr lang="de-DE" altLang="de-DE" dirty="0" smtClean="0"/>
              <a:t>Fünfte Ebene</a:t>
            </a:r>
          </a:p>
        </p:txBody>
      </p:sp>
      <p:sp>
        <p:nvSpPr>
          <p:cNvPr id="1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601342" y="4894075"/>
            <a:ext cx="1080120" cy="161952"/>
          </a:xfrm>
          <a:prstGeom prst="rect">
            <a:avLst/>
          </a:prstGeom>
        </p:spPr>
        <p:txBody>
          <a:bodyPr vert="horz" lIns="108000" tIns="45720" rIns="0" bIns="45720" rtlCol="0" anchor="ctr"/>
          <a:lstStyle>
            <a:lvl1pPr algn="r">
              <a:defRPr sz="1000">
                <a:solidFill>
                  <a:srgbClr val="2E3539"/>
                </a:solidFill>
                <a:latin typeface="Calibri"/>
                <a:cs typeface="Calibri"/>
              </a:defRPr>
            </a:lvl1pPr>
          </a:lstStyle>
          <a:p>
            <a:fld id="{6430589D-C15E-4E44-97E5-15A9FDA64E0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4" name="Textplatzhalter 9"/>
          <p:cNvSpPr>
            <a:spLocks noGrp="1"/>
          </p:cNvSpPr>
          <p:nvPr>
            <p:ph type="body" sz="quarter" idx="15"/>
          </p:nvPr>
        </p:nvSpPr>
        <p:spPr>
          <a:xfrm>
            <a:off x="535103" y="1131590"/>
            <a:ext cx="8147756" cy="270272"/>
          </a:xfrm>
        </p:spPr>
        <p:txBody>
          <a:bodyPr lIns="0" anchor="ctr">
            <a:noAutofit/>
          </a:bodyPr>
          <a:lstStyle>
            <a:lvl1pPr marL="0" indent="0">
              <a:buNone/>
              <a:defRPr sz="2400">
                <a:solidFill>
                  <a:srgbClr val="2E3539"/>
                </a:solidFill>
                <a:latin typeface="Calibri"/>
                <a:cs typeface="Calibri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de-DE" dirty="0" smtClean="0"/>
              <a:t>Textmasterformat bearbeiten</a:t>
            </a:r>
          </a:p>
        </p:txBody>
      </p:sp>
      <p:sp>
        <p:nvSpPr>
          <p:cNvPr id="15" name="Titel 3"/>
          <p:cNvSpPr>
            <a:spLocks noGrp="1"/>
          </p:cNvSpPr>
          <p:nvPr>
            <p:ph type="title"/>
          </p:nvPr>
        </p:nvSpPr>
        <p:spPr>
          <a:xfrm>
            <a:off x="535103" y="690902"/>
            <a:ext cx="8147756" cy="440687"/>
          </a:xfrm>
        </p:spPr>
        <p:txBody>
          <a:bodyPr lIns="0" anchor="t"/>
          <a:lstStyle>
            <a:lvl1pPr>
              <a:defRPr sz="2600"/>
            </a:lvl1pPr>
          </a:lstStyle>
          <a:p>
            <a:r>
              <a:rPr lang="de-DE" dirty="0" smtClean="0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473812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Up_Inhaltsfolie mit Bild und Untertitel (1: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601342" y="4894075"/>
            <a:ext cx="1080120" cy="161952"/>
          </a:xfrm>
          <a:prstGeom prst="rect">
            <a:avLst/>
          </a:prstGeom>
        </p:spPr>
        <p:txBody>
          <a:bodyPr vert="horz" lIns="108000" tIns="45720" rIns="0" bIns="45720" rtlCol="0" anchor="ctr"/>
          <a:lstStyle>
            <a:lvl1pPr algn="r">
              <a:defRPr sz="1000">
                <a:solidFill>
                  <a:srgbClr val="2E3539"/>
                </a:solidFill>
                <a:latin typeface="Calibri"/>
                <a:cs typeface="Calibri"/>
              </a:defRPr>
            </a:lvl1pPr>
          </a:lstStyle>
          <a:p>
            <a:fld id="{6430589D-C15E-4E44-97E5-15A9FDA64E0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4" name="Textplatzhalter 2"/>
          <p:cNvSpPr>
            <a:spLocks noGrp="1"/>
          </p:cNvSpPr>
          <p:nvPr>
            <p:ph idx="15" hasCustomPrompt="1"/>
          </p:nvPr>
        </p:nvSpPr>
        <p:spPr bwMode="auto">
          <a:xfrm>
            <a:off x="4644008" y="4379467"/>
            <a:ext cx="4037457" cy="352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>
            <a:lvl1pPr marL="0" indent="0" algn="r">
              <a:buNone/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de-DE" altLang="de-DE" dirty="0" smtClean="0"/>
              <a:t>Textmasterformat bearbeiten</a:t>
            </a:r>
          </a:p>
        </p:txBody>
      </p:sp>
      <p:sp>
        <p:nvSpPr>
          <p:cNvPr id="15" name="Textplatzhalter 2"/>
          <p:cNvSpPr>
            <a:spLocks noGrp="1"/>
          </p:cNvSpPr>
          <p:nvPr>
            <p:ph idx="16" hasCustomPrompt="1"/>
          </p:nvPr>
        </p:nvSpPr>
        <p:spPr bwMode="auto">
          <a:xfrm>
            <a:off x="543699" y="1635646"/>
            <a:ext cx="3956293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de-DE" altLang="de-DE" dirty="0" smtClean="0"/>
              <a:t>Textmasterformat bearbeiten</a:t>
            </a:r>
          </a:p>
          <a:p>
            <a:pPr lvl="1"/>
            <a:r>
              <a:rPr lang="de-DE" altLang="de-DE" dirty="0" smtClean="0"/>
              <a:t>Zweite Ebene</a:t>
            </a:r>
          </a:p>
          <a:p>
            <a:pPr lvl="2"/>
            <a:r>
              <a:rPr lang="de-DE" altLang="de-DE" dirty="0" smtClean="0"/>
              <a:t>Dritte Ebene</a:t>
            </a:r>
          </a:p>
          <a:p>
            <a:pPr lvl="3"/>
            <a:r>
              <a:rPr lang="de-DE" altLang="de-DE" dirty="0" smtClean="0"/>
              <a:t>Vierte Ebene</a:t>
            </a:r>
          </a:p>
          <a:p>
            <a:pPr lvl="4"/>
            <a:r>
              <a:rPr lang="de-DE" altLang="de-DE" dirty="0" smtClean="0"/>
              <a:t>Fünfte Ebene</a:t>
            </a:r>
          </a:p>
        </p:txBody>
      </p:sp>
      <p:sp>
        <p:nvSpPr>
          <p:cNvPr id="17" name="Textplatzhalter 2"/>
          <p:cNvSpPr>
            <a:spLocks noGrp="1"/>
          </p:cNvSpPr>
          <p:nvPr>
            <p:ph idx="17"/>
          </p:nvPr>
        </p:nvSpPr>
        <p:spPr bwMode="auto">
          <a:xfrm>
            <a:off x="4644008" y="1635646"/>
            <a:ext cx="4037457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de-DE" altLang="de-DE" dirty="0" smtClean="0"/>
              <a:t>Textmasterformat bearbeiten</a:t>
            </a:r>
          </a:p>
          <a:p>
            <a:pPr lvl="1"/>
            <a:r>
              <a:rPr lang="de-DE" altLang="de-DE" dirty="0" smtClean="0"/>
              <a:t>Zweite Ebene</a:t>
            </a:r>
          </a:p>
          <a:p>
            <a:pPr lvl="2"/>
            <a:r>
              <a:rPr lang="de-DE" altLang="de-DE" dirty="0" smtClean="0"/>
              <a:t>Dritte Ebene</a:t>
            </a:r>
          </a:p>
          <a:p>
            <a:pPr lvl="3"/>
            <a:r>
              <a:rPr lang="de-DE" altLang="de-DE" dirty="0" smtClean="0"/>
              <a:t>Vierte Ebene</a:t>
            </a:r>
          </a:p>
          <a:p>
            <a:pPr lvl="4"/>
            <a:r>
              <a:rPr lang="de-DE" altLang="de-DE" dirty="0" smtClean="0"/>
              <a:t>Fünfte Ebene</a:t>
            </a:r>
          </a:p>
        </p:txBody>
      </p:sp>
      <p:sp>
        <p:nvSpPr>
          <p:cNvPr id="18" name="Textplatzhalter 9"/>
          <p:cNvSpPr>
            <a:spLocks noGrp="1"/>
          </p:cNvSpPr>
          <p:nvPr>
            <p:ph type="body" sz="quarter" idx="18"/>
          </p:nvPr>
        </p:nvSpPr>
        <p:spPr>
          <a:xfrm>
            <a:off x="535103" y="1131590"/>
            <a:ext cx="8147756" cy="270272"/>
          </a:xfrm>
        </p:spPr>
        <p:txBody>
          <a:bodyPr lIns="0" anchor="ctr">
            <a:noAutofit/>
          </a:bodyPr>
          <a:lstStyle>
            <a:lvl1pPr marL="0" indent="0">
              <a:buNone/>
              <a:defRPr sz="2400">
                <a:solidFill>
                  <a:srgbClr val="2E3539"/>
                </a:solidFill>
                <a:latin typeface="Calibri"/>
                <a:cs typeface="Calibri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de-DE" dirty="0" smtClean="0"/>
              <a:t>Textmasterformat bearbeiten</a:t>
            </a:r>
          </a:p>
        </p:txBody>
      </p:sp>
      <p:sp>
        <p:nvSpPr>
          <p:cNvPr id="19" name="Titel 3"/>
          <p:cNvSpPr>
            <a:spLocks noGrp="1"/>
          </p:cNvSpPr>
          <p:nvPr>
            <p:ph type="title"/>
          </p:nvPr>
        </p:nvSpPr>
        <p:spPr>
          <a:xfrm>
            <a:off x="535103" y="690902"/>
            <a:ext cx="8147756" cy="440687"/>
          </a:xfrm>
        </p:spPr>
        <p:txBody>
          <a:bodyPr lIns="0" anchor="t"/>
          <a:lstStyle>
            <a:lvl1pPr>
              <a:defRPr sz="2600"/>
            </a:lvl1pPr>
          </a:lstStyle>
          <a:p>
            <a:r>
              <a:rPr lang="de-DE" dirty="0" smtClean="0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745719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Up_Inhaltsfolie mit Bild (1: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601342" y="4894075"/>
            <a:ext cx="1080120" cy="161952"/>
          </a:xfrm>
          <a:prstGeom prst="rect">
            <a:avLst/>
          </a:prstGeom>
        </p:spPr>
        <p:txBody>
          <a:bodyPr vert="horz" lIns="108000" tIns="45720" rIns="0" bIns="45720" rtlCol="0" anchor="ctr"/>
          <a:lstStyle>
            <a:lvl1pPr algn="r">
              <a:defRPr sz="1000">
                <a:solidFill>
                  <a:srgbClr val="2E3539"/>
                </a:solidFill>
                <a:latin typeface="Calibri"/>
                <a:cs typeface="Calibri"/>
              </a:defRPr>
            </a:lvl1pPr>
          </a:lstStyle>
          <a:p>
            <a:fld id="{6430589D-C15E-4E44-97E5-15A9FDA64E0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4" name="Textplatzhalter 2"/>
          <p:cNvSpPr>
            <a:spLocks noGrp="1"/>
          </p:cNvSpPr>
          <p:nvPr>
            <p:ph idx="16" hasCustomPrompt="1"/>
          </p:nvPr>
        </p:nvSpPr>
        <p:spPr bwMode="auto">
          <a:xfrm>
            <a:off x="543699" y="1635646"/>
            <a:ext cx="3956293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de-DE" altLang="de-DE" dirty="0" smtClean="0"/>
              <a:t>Textmasterformat bearbeiten</a:t>
            </a:r>
          </a:p>
          <a:p>
            <a:pPr lvl="1"/>
            <a:r>
              <a:rPr lang="de-DE" altLang="de-DE" dirty="0" smtClean="0"/>
              <a:t>Zweite Ebene</a:t>
            </a:r>
          </a:p>
          <a:p>
            <a:pPr lvl="2"/>
            <a:r>
              <a:rPr lang="de-DE" altLang="de-DE" dirty="0" smtClean="0"/>
              <a:t>Dritte Ebene</a:t>
            </a:r>
          </a:p>
          <a:p>
            <a:pPr lvl="3"/>
            <a:r>
              <a:rPr lang="de-DE" altLang="de-DE" dirty="0" smtClean="0"/>
              <a:t>Vierte Ebene</a:t>
            </a:r>
          </a:p>
          <a:p>
            <a:pPr lvl="4"/>
            <a:r>
              <a:rPr lang="de-DE" altLang="de-DE" dirty="0" smtClean="0"/>
              <a:t>Fünfte Ebene</a:t>
            </a:r>
          </a:p>
        </p:txBody>
      </p:sp>
      <p:sp>
        <p:nvSpPr>
          <p:cNvPr id="15" name="Textplatzhalter 2"/>
          <p:cNvSpPr>
            <a:spLocks noGrp="1"/>
          </p:cNvSpPr>
          <p:nvPr>
            <p:ph idx="17"/>
          </p:nvPr>
        </p:nvSpPr>
        <p:spPr bwMode="auto">
          <a:xfrm>
            <a:off x="4644008" y="1635646"/>
            <a:ext cx="4037457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de-DE" altLang="de-DE" dirty="0" smtClean="0"/>
              <a:t>Textmasterformat bearbeiten</a:t>
            </a:r>
          </a:p>
          <a:p>
            <a:pPr lvl="1"/>
            <a:r>
              <a:rPr lang="de-DE" altLang="de-DE" dirty="0" smtClean="0"/>
              <a:t>Zweite Ebene</a:t>
            </a:r>
          </a:p>
          <a:p>
            <a:pPr lvl="2"/>
            <a:r>
              <a:rPr lang="de-DE" altLang="de-DE" dirty="0" smtClean="0"/>
              <a:t>Dritte Ebene</a:t>
            </a:r>
          </a:p>
          <a:p>
            <a:pPr lvl="3"/>
            <a:r>
              <a:rPr lang="de-DE" altLang="de-DE" dirty="0" smtClean="0"/>
              <a:t>Vierte Ebene</a:t>
            </a:r>
          </a:p>
          <a:p>
            <a:pPr lvl="4"/>
            <a:r>
              <a:rPr lang="de-DE" altLang="de-DE" dirty="0" smtClean="0"/>
              <a:t>Fünfte Ebene</a:t>
            </a:r>
          </a:p>
        </p:txBody>
      </p:sp>
      <p:sp>
        <p:nvSpPr>
          <p:cNvPr id="17" name="Textplatzhalter 9"/>
          <p:cNvSpPr>
            <a:spLocks noGrp="1"/>
          </p:cNvSpPr>
          <p:nvPr>
            <p:ph type="body" sz="quarter" idx="18"/>
          </p:nvPr>
        </p:nvSpPr>
        <p:spPr>
          <a:xfrm>
            <a:off x="535103" y="1131590"/>
            <a:ext cx="8147756" cy="270272"/>
          </a:xfrm>
        </p:spPr>
        <p:txBody>
          <a:bodyPr lIns="0" anchor="ctr">
            <a:noAutofit/>
          </a:bodyPr>
          <a:lstStyle>
            <a:lvl1pPr marL="0" indent="0">
              <a:buNone/>
              <a:defRPr sz="2400">
                <a:solidFill>
                  <a:srgbClr val="2E3539"/>
                </a:solidFill>
                <a:latin typeface="Calibri"/>
                <a:cs typeface="Calibri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de-DE" dirty="0" smtClean="0"/>
              <a:t>Textmasterformat bearbeiten</a:t>
            </a:r>
          </a:p>
        </p:txBody>
      </p:sp>
      <p:sp>
        <p:nvSpPr>
          <p:cNvPr id="18" name="Titel 3"/>
          <p:cNvSpPr>
            <a:spLocks noGrp="1"/>
          </p:cNvSpPr>
          <p:nvPr>
            <p:ph type="title"/>
          </p:nvPr>
        </p:nvSpPr>
        <p:spPr>
          <a:xfrm>
            <a:off x="535103" y="690902"/>
            <a:ext cx="8147756" cy="440687"/>
          </a:xfrm>
        </p:spPr>
        <p:txBody>
          <a:bodyPr lIns="0" anchor="t"/>
          <a:lstStyle>
            <a:lvl1pPr>
              <a:defRPr sz="2600"/>
            </a:lvl1pPr>
          </a:lstStyle>
          <a:p>
            <a:r>
              <a:rPr lang="de-DE" dirty="0" smtClean="0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870831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Up_Inhaltsfolie - zwei Bilder und Untertitel (1: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601342" y="4894075"/>
            <a:ext cx="1080120" cy="161952"/>
          </a:xfrm>
          <a:prstGeom prst="rect">
            <a:avLst/>
          </a:prstGeom>
        </p:spPr>
        <p:txBody>
          <a:bodyPr vert="horz" lIns="108000" tIns="45720" rIns="0" bIns="45720" rtlCol="0" anchor="ctr"/>
          <a:lstStyle>
            <a:lvl1pPr algn="r">
              <a:defRPr sz="1000">
                <a:solidFill>
                  <a:srgbClr val="2E3539"/>
                </a:solidFill>
                <a:latin typeface="Calibri"/>
                <a:cs typeface="Calibri"/>
              </a:defRPr>
            </a:lvl1pPr>
          </a:lstStyle>
          <a:p>
            <a:fld id="{6430589D-C15E-4E44-97E5-15A9FDA64E0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5" name="Textplatzhalter 2"/>
          <p:cNvSpPr>
            <a:spLocks noGrp="1"/>
          </p:cNvSpPr>
          <p:nvPr>
            <p:ph idx="15" hasCustomPrompt="1"/>
          </p:nvPr>
        </p:nvSpPr>
        <p:spPr bwMode="auto">
          <a:xfrm>
            <a:off x="4644008" y="4379467"/>
            <a:ext cx="4037457" cy="352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>
            <a:lvl1pPr marL="0" indent="0" algn="r">
              <a:buNone/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de-DE" altLang="de-DE" dirty="0" smtClean="0"/>
              <a:t>Textmasterformat bearbeiten</a:t>
            </a:r>
          </a:p>
        </p:txBody>
      </p:sp>
      <p:sp>
        <p:nvSpPr>
          <p:cNvPr id="18" name="Textplatzhalter 2"/>
          <p:cNvSpPr>
            <a:spLocks noGrp="1"/>
          </p:cNvSpPr>
          <p:nvPr>
            <p:ph idx="16" hasCustomPrompt="1"/>
          </p:nvPr>
        </p:nvSpPr>
        <p:spPr bwMode="auto">
          <a:xfrm>
            <a:off x="543699" y="1635646"/>
            <a:ext cx="3956293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de-DE" altLang="de-DE" dirty="0" smtClean="0"/>
              <a:t>Textmasterformat bearbeiten</a:t>
            </a:r>
          </a:p>
          <a:p>
            <a:pPr lvl="1"/>
            <a:r>
              <a:rPr lang="de-DE" altLang="de-DE" dirty="0" smtClean="0"/>
              <a:t>Zweite Ebene</a:t>
            </a:r>
          </a:p>
          <a:p>
            <a:pPr lvl="2"/>
            <a:r>
              <a:rPr lang="de-DE" altLang="de-DE" dirty="0" smtClean="0"/>
              <a:t>Dritte Ebene</a:t>
            </a:r>
          </a:p>
          <a:p>
            <a:pPr lvl="3"/>
            <a:r>
              <a:rPr lang="de-DE" altLang="de-DE" dirty="0" smtClean="0"/>
              <a:t>Vierte Ebene</a:t>
            </a:r>
          </a:p>
          <a:p>
            <a:pPr lvl="4"/>
            <a:r>
              <a:rPr lang="de-DE" altLang="de-DE" dirty="0" smtClean="0"/>
              <a:t>Fünfte Ebene</a:t>
            </a:r>
          </a:p>
        </p:txBody>
      </p:sp>
      <p:sp>
        <p:nvSpPr>
          <p:cNvPr id="19" name="Textplatzhalter 2"/>
          <p:cNvSpPr>
            <a:spLocks noGrp="1"/>
          </p:cNvSpPr>
          <p:nvPr>
            <p:ph idx="17"/>
          </p:nvPr>
        </p:nvSpPr>
        <p:spPr bwMode="auto">
          <a:xfrm>
            <a:off x="4644008" y="1635646"/>
            <a:ext cx="4037457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de-DE" altLang="de-DE" dirty="0" smtClean="0"/>
              <a:t>Textmasterformat bearbeiten</a:t>
            </a:r>
          </a:p>
          <a:p>
            <a:pPr lvl="1"/>
            <a:r>
              <a:rPr lang="de-DE" altLang="de-DE" dirty="0" smtClean="0"/>
              <a:t>Zweite Ebene</a:t>
            </a:r>
          </a:p>
          <a:p>
            <a:pPr lvl="2"/>
            <a:r>
              <a:rPr lang="de-DE" altLang="de-DE" dirty="0" smtClean="0"/>
              <a:t>Dritte Ebene</a:t>
            </a:r>
          </a:p>
          <a:p>
            <a:pPr lvl="3"/>
            <a:r>
              <a:rPr lang="de-DE" altLang="de-DE" dirty="0" smtClean="0"/>
              <a:t>Vierte Ebene</a:t>
            </a:r>
          </a:p>
          <a:p>
            <a:pPr lvl="4"/>
            <a:r>
              <a:rPr lang="de-DE" altLang="de-DE" dirty="0" smtClean="0"/>
              <a:t>Fünfte Ebene</a:t>
            </a:r>
          </a:p>
        </p:txBody>
      </p:sp>
      <p:sp>
        <p:nvSpPr>
          <p:cNvPr id="21" name="Textplatzhalter 9"/>
          <p:cNvSpPr>
            <a:spLocks noGrp="1"/>
          </p:cNvSpPr>
          <p:nvPr>
            <p:ph type="body" sz="quarter" idx="18"/>
          </p:nvPr>
        </p:nvSpPr>
        <p:spPr>
          <a:xfrm>
            <a:off x="535103" y="1131590"/>
            <a:ext cx="8147756" cy="270272"/>
          </a:xfrm>
        </p:spPr>
        <p:txBody>
          <a:bodyPr lIns="0" anchor="ctr">
            <a:noAutofit/>
          </a:bodyPr>
          <a:lstStyle>
            <a:lvl1pPr marL="0" indent="0">
              <a:buNone/>
              <a:defRPr sz="2400">
                <a:solidFill>
                  <a:srgbClr val="2E3539"/>
                </a:solidFill>
                <a:latin typeface="Calibri"/>
                <a:cs typeface="Calibri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de-DE" dirty="0" smtClean="0"/>
              <a:t>Textmasterformat bearbeiten</a:t>
            </a:r>
          </a:p>
        </p:txBody>
      </p:sp>
      <p:sp>
        <p:nvSpPr>
          <p:cNvPr id="22" name="Titel 3"/>
          <p:cNvSpPr>
            <a:spLocks noGrp="1"/>
          </p:cNvSpPr>
          <p:nvPr>
            <p:ph type="title"/>
          </p:nvPr>
        </p:nvSpPr>
        <p:spPr>
          <a:xfrm>
            <a:off x="535103" y="690902"/>
            <a:ext cx="8147756" cy="440687"/>
          </a:xfrm>
        </p:spPr>
        <p:txBody>
          <a:bodyPr lIns="0" anchor="t"/>
          <a:lstStyle>
            <a:lvl1pPr>
              <a:defRPr sz="2600"/>
            </a:lvl1pPr>
          </a:lstStyle>
          <a:p>
            <a:r>
              <a:rPr lang="de-DE" dirty="0" smtClean="0"/>
              <a:t>Mastertitelformat bearbeiten</a:t>
            </a:r>
            <a:endParaRPr lang="de-DE" dirty="0"/>
          </a:p>
        </p:txBody>
      </p:sp>
      <p:sp>
        <p:nvSpPr>
          <p:cNvPr id="23" name="Textplatzhalter 2"/>
          <p:cNvSpPr>
            <a:spLocks noGrp="1"/>
          </p:cNvSpPr>
          <p:nvPr>
            <p:ph idx="19" hasCustomPrompt="1"/>
          </p:nvPr>
        </p:nvSpPr>
        <p:spPr bwMode="auto">
          <a:xfrm>
            <a:off x="539553" y="4371950"/>
            <a:ext cx="3960440" cy="352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>
            <a:lvl1pPr marL="0" indent="0" algn="r">
              <a:buNone/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de-DE" altLang="de-DE" dirty="0" smtClean="0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521269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Up_Inhaltsfolie 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601342" y="4894075"/>
            <a:ext cx="1080120" cy="161952"/>
          </a:xfrm>
          <a:prstGeom prst="rect">
            <a:avLst/>
          </a:prstGeom>
        </p:spPr>
        <p:txBody>
          <a:bodyPr vert="horz" lIns="108000" tIns="45720" rIns="0" bIns="45720" rtlCol="0" anchor="ctr"/>
          <a:lstStyle>
            <a:lvl1pPr algn="r">
              <a:defRPr sz="1000">
                <a:solidFill>
                  <a:srgbClr val="2E3539"/>
                </a:solidFill>
                <a:latin typeface="Calibri"/>
                <a:cs typeface="Calibri"/>
              </a:defRPr>
            </a:lvl1pPr>
          </a:lstStyle>
          <a:p>
            <a:fld id="{6430589D-C15E-4E44-97E5-15A9FDA64E0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6" name="Textplatzhalter 2"/>
          <p:cNvSpPr>
            <a:spLocks noGrp="1"/>
          </p:cNvSpPr>
          <p:nvPr>
            <p:ph idx="16" hasCustomPrompt="1"/>
          </p:nvPr>
        </p:nvSpPr>
        <p:spPr bwMode="auto">
          <a:xfrm>
            <a:off x="543699" y="1635646"/>
            <a:ext cx="3956293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de-DE" altLang="de-DE" dirty="0" smtClean="0"/>
              <a:t>Textmasterformat bearbeiten</a:t>
            </a:r>
          </a:p>
          <a:p>
            <a:pPr lvl="1"/>
            <a:r>
              <a:rPr lang="de-DE" altLang="de-DE" dirty="0" smtClean="0"/>
              <a:t>Zweite Ebene</a:t>
            </a:r>
          </a:p>
          <a:p>
            <a:pPr lvl="2"/>
            <a:r>
              <a:rPr lang="de-DE" altLang="de-DE" dirty="0" smtClean="0"/>
              <a:t>Dritte Ebene</a:t>
            </a:r>
          </a:p>
          <a:p>
            <a:pPr lvl="3"/>
            <a:r>
              <a:rPr lang="de-DE" altLang="de-DE" dirty="0" smtClean="0"/>
              <a:t>Vierte Ebene</a:t>
            </a:r>
          </a:p>
          <a:p>
            <a:pPr lvl="4"/>
            <a:r>
              <a:rPr lang="de-DE" altLang="de-DE" dirty="0" smtClean="0"/>
              <a:t>Fünfte Ebene</a:t>
            </a:r>
          </a:p>
        </p:txBody>
      </p:sp>
      <p:sp>
        <p:nvSpPr>
          <p:cNvPr id="17" name="Textplatzhalter 2"/>
          <p:cNvSpPr>
            <a:spLocks noGrp="1"/>
          </p:cNvSpPr>
          <p:nvPr>
            <p:ph idx="17"/>
          </p:nvPr>
        </p:nvSpPr>
        <p:spPr bwMode="auto">
          <a:xfrm>
            <a:off x="4644008" y="1635646"/>
            <a:ext cx="4037457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de-DE" altLang="de-DE" dirty="0" smtClean="0"/>
              <a:t>Textmasterformat bearbeiten</a:t>
            </a:r>
          </a:p>
          <a:p>
            <a:pPr lvl="1"/>
            <a:r>
              <a:rPr lang="de-DE" altLang="de-DE" dirty="0" smtClean="0"/>
              <a:t>Zweite Ebene</a:t>
            </a:r>
          </a:p>
          <a:p>
            <a:pPr lvl="2"/>
            <a:r>
              <a:rPr lang="de-DE" altLang="de-DE" dirty="0" smtClean="0"/>
              <a:t>Dritte Ebene</a:t>
            </a:r>
          </a:p>
          <a:p>
            <a:pPr lvl="3"/>
            <a:r>
              <a:rPr lang="de-DE" altLang="de-DE" dirty="0" smtClean="0"/>
              <a:t>Vierte Ebene</a:t>
            </a:r>
          </a:p>
          <a:p>
            <a:pPr lvl="4"/>
            <a:r>
              <a:rPr lang="de-DE" altLang="de-DE" dirty="0" smtClean="0"/>
              <a:t>Fünfte Ebene</a:t>
            </a:r>
          </a:p>
        </p:txBody>
      </p:sp>
      <p:sp>
        <p:nvSpPr>
          <p:cNvPr id="19" name="Titel 3"/>
          <p:cNvSpPr>
            <a:spLocks noGrp="1"/>
          </p:cNvSpPr>
          <p:nvPr>
            <p:ph type="title" hasCustomPrompt="1"/>
          </p:nvPr>
        </p:nvSpPr>
        <p:spPr>
          <a:xfrm>
            <a:off x="535103" y="843558"/>
            <a:ext cx="3964889" cy="440687"/>
          </a:xfrm>
        </p:spPr>
        <p:txBody>
          <a:bodyPr lIns="0" anchor="t"/>
          <a:lstStyle>
            <a:lvl1pPr>
              <a:defRPr sz="2600"/>
            </a:lvl1pPr>
          </a:lstStyle>
          <a:p>
            <a:r>
              <a:rPr lang="de-DE" dirty="0" err="1" smtClean="0"/>
              <a:t>titelformat</a:t>
            </a:r>
            <a:r>
              <a:rPr lang="de-DE" dirty="0" smtClean="0"/>
              <a:t> bearbeiten</a:t>
            </a:r>
            <a:endParaRPr lang="de-DE" dirty="0"/>
          </a:p>
        </p:txBody>
      </p:sp>
      <p:sp>
        <p:nvSpPr>
          <p:cNvPr id="21" name="Titel 3"/>
          <p:cNvSpPr txBox="1">
            <a:spLocks/>
          </p:cNvSpPr>
          <p:nvPr userDrawn="1"/>
        </p:nvSpPr>
        <p:spPr bwMode="auto">
          <a:xfrm>
            <a:off x="4644008" y="843558"/>
            <a:ext cx="3964889" cy="44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 b="1" kern="1200" cap="all">
                <a:solidFill>
                  <a:schemeClr val="accent1"/>
                </a:solidFill>
                <a:latin typeface="Calibri"/>
                <a:ea typeface="ＭＳ Ｐゴシック" charset="0"/>
                <a:cs typeface="Calibri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r>
              <a:rPr lang="de-DE" dirty="0" err="1" smtClean="0"/>
              <a:t>titelformat</a:t>
            </a:r>
            <a:r>
              <a:rPr lang="de-DE" dirty="0" smtClean="0"/>
              <a:t>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5967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Up_4 Bilder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2"/>
          <p:cNvSpPr>
            <a:spLocks noGrp="1"/>
          </p:cNvSpPr>
          <p:nvPr>
            <p:ph idx="16"/>
          </p:nvPr>
        </p:nvSpPr>
        <p:spPr bwMode="auto">
          <a:xfrm>
            <a:off x="576649" y="843558"/>
            <a:ext cx="3995270" cy="1836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de-DE" altLang="de-DE" dirty="0" smtClean="0"/>
              <a:t>Textmasterformat bearbeiten</a:t>
            </a:r>
          </a:p>
          <a:p>
            <a:pPr lvl="1"/>
            <a:r>
              <a:rPr lang="de-DE" altLang="de-DE" dirty="0" smtClean="0"/>
              <a:t>Zweite Ebene</a:t>
            </a:r>
          </a:p>
          <a:p>
            <a:pPr lvl="2"/>
            <a:r>
              <a:rPr lang="de-DE" altLang="de-DE" dirty="0" smtClean="0"/>
              <a:t>Dritte Ebene</a:t>
            </a:r>
          </a:p>
          <a:p>
            <a:pPr lvl="3"/>
            <a:r>
              <a:rPr lang="de-DE" altLang="de-DE" dirty="0" smtClean="0"/>
              <a:t>Vierte Ebene</a:t>
            </a:r>
          </a:p>
          <a:p>
            <a:pPr lvl="4"/>
            <a:r>
              <a:rPr lang="de-DE" altLang="de-DE" dirty="0" smtClean="0"/>
              <a:t>Fünfte Ebene</a:t>
            </a:r>
          </a:p>
        </p:txBody>
      </p:sp>
      <p:sp>
        <p:nvSpPr>
          <p:cNvPr id="14" name="Textplatzhalter 2"/>
          <p:cNvSpPr>
            <a:spLocks noGrp="1"/>
          </p:cNvSpPr>
          <p:nvPr>
            <p:ph idx="17"/>
          </p:nvPr>
        </p:nvSpPr>
        <p:spPr bwMode="auto">
          <a:xfrm>
            <a:off x="568478" y="2733768"/>
            <a:ext cx="4003522" cy="1836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de-DE" altLang="de-DE" dirty="0" smtClean="0"/>
              <a:t>Textmasterformat bearbeiten</a:t>
            </a:r>
          </a:p>
          <a:p>
            <a:pPr lvl="1"/>
            <a:r>
              <a:rPr lang="de-DE" altLang="de-DE" dirty="0" smtClean="0"/>
              <a:t>Zweite Ebene</a:t>
            </a:r>
          </a:p>
          <a:p>
            <a:pPr lvl="2"/>
            <a:r>
              <a:rPr lang="de-DE" altLang="de-DE" dirty="0" smtClean="0"/>
              <a:t>Dritte Ebene</a:t>
            </a:r>
          </a:p>
          <a:p>
            <a:pPr lvl="3"/>
            <a:r>
              <a:rPr lang="de-DE" altLang="de-DE" dirty="0" smtClean="0"/>
              <a:t>Vierte Ebene</a:t>
            </a:r>
          </a:p>
          <a:p>
            <a:pPr lvl="4"/>
            <a:r>
              <a:rPr lang="de-DE" altLang="de-DE" dirty="0" smtClean="0"/>
              <a:t>Fünfte Ebene</a:t>
            </a:r>
          </a:p>
        </p:txBody>
      </p:sp>
      <p:sp>
        <p:nvSpPr>
          <p:cNvPr id="12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601342" y="4894075"/>
            <a:ext cx="1080120" cy="161952"/>
          </a:xfrm>
          <a:prstGeom prst="rect">
            <a:avLst/>
          </a:prstGeom>
        </p:spPr>
        <p:txBody>
          <a:bodyPr vert="horz" lIns="108000" tIns="45720" rIns="0" bIns="45720" rtlCol="0" anchor="ctr"/>
          <a:lstStyle>
            <a:lvl1pPr algn="r">
              <a:defRPr sz="1000">
                <a:solidFill>
                  <a:srgbClr val="2E3539"/>
                </a:solidFill>
                <a:latin typeface="Calibri"/>
                <a:cs typeface="Calibri"/>
              </a:defRPr>
            </a:lvl1pPr>
          </a:lstStyle>
          <a:p>
            <a:fld id="{6430589D-C15E-4E44-97E5-15A9FDA64E0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Textplatzhalter 2"/>
          <p:cNvSpPr>
            <a:spLocks noGrp="1"/>
          </p:cNvSpPr>
          <p:nvPr>
            <p:ph idx="18"/>
          </p:nvPr>
        </p:nvSpPr>
        <p:spPr bwMode="auto">
          <a:xfrm>
            <a:off x="4644008" y="843558"/>
            <a:ext cx="4081286" cy="1836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de-DE" altLang="de-DE" dirty="0" smtClean="0"/>
              <a:t>Textmasterformat bearbeiten</a:t>
            </a:r>
          </a:p>
          <a:p>
            <a:pPr lvl="1"/>
            <a:r>
              <a:rPr lang="de-DE" altLang="de-DE" dirty="0" smtClean="0"/>
              <a:t>Zweite Ebene</a:t>
            </a:r>
          </a:p>
          <a:p>
            <a:pPr lvl="2"/>
            <a:r>
              <a:rPr lang="de-DE" altLang="de-DE" dirty="0" smtClean="0"/>
              <a:t>Dritte Ebene</a:t>
            </a:r>
          </a:p>
          <a:p>
            <a:pPr lvl="3"/>
            <a:r>
              <a:rPr lang="de-DE" altLang="de-DE" dirty="0" smtClean="0"/>
              <a:t>Vierte Ebene</a:t>
            </a:r>
          </a:p>
          <a:p>
            <a:pPr lvl="4"/>
            <a:r>
              <a:rPr lang="de-DE" altLang="de-DE" dirty="0" smtClean="0"/>
              <a:t>Fünfte Ebene</a:t>
            </a:r>
          </a:p>
        </p:txBody>
      </p:sp>
      <p:sp>
        <p:nvSpPr>
          <p:cNvPr id="10" name="Textplatzhalter 2"/>
          <p:cNvSpPr>
            <a:spLocks noGrp="1"/>
          </p:cNvSpPr>
          <p:nvPr>
            <p:ph idx="19"/>
          </p:nvPr>
        </p:nvSpPr>
        <p:spPr bwMode="auto">
          <a:xfrm>
            <a:off x="4644009" y="2733768"/>
            <a:ext cx="4079026" cy="1836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de-DE" altLang="de-DE" dirty="0" smtClean="0"/>
              <a:t>Textmasterformat bearbeiten</a:t>
            </a:r>
          </a:p>
          <a:p>
            <a:pPr lvl="1"/>
            <a:r>
              <a:rPr lang="de-DE" altLang="de-DE" dirty="0" smtClean="0"/>
              <a:t>Zweite Ebene</a:t>
            </a:r>
          </a:p>
          <a:p>
            <a:pPr lvl="2"/>
            <a:r>
              <a:rPr lang="de-DE" altLang="de-DE" dirty="0" smtClean="0"/>
              <a:t>Dritte Ebene</a:t>
            </a:r>
          </a:p>
          <a:p>
            <a:pPr lvl="3"/>
            <a:r>
              <a:rPr lang="de-DE" altLang="de-DE" dirty="0" smtClean="0"/>
              <a:t>Vierte Ebene</a:t>
            </a:r>
          </a:p>
          <a:p>
            <a:pPr lvl="4"/>
            <a:r>
              <a:rPr lang="de-DE" altLang="de-DE" dirty="0" smtClean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9797608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Up_Magaz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95539" y="1923678"/>
            <a:ext cx="3008313" cy="2670946"/>
          </a:xfrm>
        </p:spPr>
        <p:txBody>
          <a:bodyPr lIns="0"/>
          <a:lstStyle>
            <a:lvl1pPr marL="0" indent="0">
              <a:buNone/>
              <a:defRPr sz="1800">
                <a:solidFill>
                  <a:srgbClr val="2E3539"/>
                </a:solidFill>
                <a:latin typeface="Calibri"/>
                <a:cs typeface="Calibri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 smtClean="0"/>
              <a:t>Textmasterformat bearbeiten</a:t>
            </a:r>
          </a:p>
        </p:txBody>
      </p:sp>
      <p:sp>
        <p:nvSpPr>
          <p:cNvPr id="9" name="Textplatzhalter 2"/>
          <p:cNvSpPr>
            <a:spLocks noGrp="1"/>
          </p:cNvSpPr>
          <p:nvPr>
            <p:ph idx="1"/>
          </p:nvPr>
        </p:nvSpPr>
        <p:spPr bwMode="auto">
          <a:xfrm>
            <a:off x="3563889" y="951570"/>
            <a:ext cx="5117574" cy="3644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de-DE" altLang="de-DE" dirty="0" smtClean="0"/>
              <a:t>Textmasterformat bearbeiten</a:t>
            </a:r>
          </a:p>
          <a:p>
            <a:pPr lvl="1"/>
            <a:r>
              <a:rPr lang="de-DE" altLang="de-DE" dirty="0" smtClean="0"/>
              <a:t>Zweite Ebene</a:t>
            </a:r>
          </a:p>
          <a:p>
            <a:pPr lvl="2"/>
            <a:r>
              <a:rPr lang="de-DE" altLang="de-DE" dirty="0" smtClean="0"/>
              <a:t>Dritte Ebene</a:t>
            </a:r>
          </a:p>
          <a:p>
            <a:pPr lvl="3"/>
            <a:r>
              <a:rPr lang="de-DE" altLang="de-DE" dirty="0" smtClean="0"/>
              <a:t>Vierte Ebene</a:t>
            </a:r>
          </a:p>
          <a:p>
            <a:pPr lvl="4"/>
            <a:r>
              <a:rPr lang="de-DE" altLang="de-DE" dirty="0" smtClean="0"/>
              <a:t>Fünfte Ebene</a:t>
            </a:r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601342" y="4894075"/>
            <a:ext cx="1080120" cy="161952"/>
          </a:xfrm>
          <a:prstGeom prst="rect">
            <a:avLst/>
          </a:prstGeom>
        </p:spPr>
        <p:txBody>
          <a:bodyPr vert="horz" lIns="108000" tIns="45720" rIns="0" bIns="45720" rtlCol="0" anchor="ctr"/>
          <a:lstStyle>
            <a:lvl1pPr algn="r">
              <a:defRPr sz="1000">
                <a:solidFill>
                  <a:srgbClr val="2E3539"/>
                </a:solidFill>
                <a:latin typeface="Calibri"/>
                <a:cs typeface="Calibri"/>
              </a:defRPr>
            </a:lvl1pPr>
          </a:lstStyle>
          <a:p>
            <a:fld id="{6430589D-C15E-4E44-97E5-15A9FDA64E0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itel 3"/>
          <p:cNvSpPr>
            <a:spLocks noGrp="1"/>
          </p:cNvSpPr>
          <p:nvPr>
            <p:ph type="title" hasCustomPrompt="1"/>
          </p:nvPr>
        </p:nvSpPr>
        <p:spPr>
          <a:xfrm>
            <a:off x="395537" y="948964"/>
            <a:ext cx="3007711" cy="902705"/>
          </a:xfrm>
        </p:spPr>
        <p:txBody>
          <a:bodyPr lIns="0" anchor="b"/>
          <a:lstStyle>
            <a:lvl1pPr>
              <a:defRPr sz="2600"/>
            </a:lvl1pPr>
          </a:lstStyle>
          <a:p>
            <a:r>
              <a:rPr lang="de-DE" dirty="0" err="1" smtClean="0"/>
              <a:t>titelformat</a:t>
            </a:r>
            <a:r>
              <a:rPr lang="de-DE" dirty="0" smtClean="0"/>
              <a:t>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95900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elplatzhalter 1"/>
          <p:cNvSpPr>
            <a:spLocks noGrp="1"/>
          </p:cNvSpPr>
          <p:nvPr>
            <p:ph type="title"/>
          </p:nvPr>
        </p:nvSpPr>
        <p:spPr bwMode="auto">
          <a:xfrm>
            <a:off x="536433" y="735807"/>
            <a:ext cx="8145030" cy="539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 smtClean="0"/>
              <a:t>TITELMASTERFORMAT DURCH KLICKEN BEARBEITEN</a:t>
            </a:r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547382" y="1466348"/>
            <a:ext cx="8134082" cy="299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 smtClean="0"/>
              <a:t>Textmasterformat bearbeiten</a:t>
            </a:r>
          </a:p>
          <a:p>
            <a:pPr lvl="1"/>
            <a:r>
              <a:rPr lang="de-DE" altLang="de-DE" dirty="0" smtClean="0"/>
              <a:t>Zweite Ebene</a:t>
            </a:r>
          </a:p>
          <a:p>
            <a:pPr lvl="2"/>
            <a:r>
              <a:rPr lang="de-DE" altLang="de-DE" dirty="0" smtClean="0"/>
              <a:t>Dritte Ebene</a:t>
            </a:r>
          </a:p>
          <a:p>
            <a:pPr lvl="3"/>
            <a:r>
              <a:rPr lang="de-DE" altLang="de-DE" dirty="0" smtClean="0"/>
              <a:t>Vierte Ebene</a:t>
            </a:r>
          </a:p>
          <a:p>
            <a:pPr lvl="4"/>
            <a:r>
              <a:rPr lang="de-DE" altLang="de-DE" dirty="0" smtClean="0"/>
              <a:t>Fünfte Ebene</a:t>
            </a:r>
          </a:p>
        </p:txBody>
      </p:sp>
      <p:sp>
        <p:nvSpPr>
          <p:cNvPr id="1028" name="Line 23"/>
          <p:cNvSpPr>
            <a:spLocks noChangeShapeType="1"/>
          </p:cNvSpPr>
          <p:nvPr/>
        </p:nvSpPr>
        <p:spPr bwMode="auto">
          <a:xfrm>
            <a:off x="250825" y="4839891"/>
            <a:ext cx="8686800" cy="0"/>
          </a:xfrm>
          <a:prstGeom prst="line">
            <a:avLst/>
          </a:prstGeom>
          <a:noFill/>
          <a:ln w="12700" cmpd="sng">
            <a:solidFill>
              <a:srgbClr val="5C69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29" name="Line 17"/>
          <p:cNvSpPr>
            <a:spLocks noChangeShapeType="1"/>
          </p:cNvSpPr>
          <p:nvPr/>
        </p:nvSpPr>
        <p:spPr bwMode="auto">
          <a:xfrm flipV="1">
            <a:off x="3419873" y="465535"/>
            <a:ext cx="5473306" cy="0"/>
          </a:xfrm>
          <a:prstGeom prst="line">
            <a:avLst/>
          </a:prstGeom>
          <a:noFill/>
          <a:ln w="12700" cmpd="sng">
            <a:solidFill>
              <a:srgbClr val="5C69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" name="Textfeld 2"/>
          <p:cNvSpPr txBox="1"/>
          <p:nvPr userDrawn="1"/>
        </p:nvSpPr>
        <p:spPr>
          <a:xfrm>
            <a:off x="1547664" y="4894010"/>
            <a:ext cx="6048672" cy="16476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de-DE" sz="1000" dirty="0">
                <a:solidFill>
                  <a:schemeClr val="tx1">
                    <a:lumMod val="50000"/>
                  </a:schemeClr>
                </a:solidFill>
                <a:latin typeface="Calibri"/>
                <a:cs typeface="Calibri"/>
              </a:rPr>
              <a:t>Referent</a:t>
            </a:r>
          </a:p>
        </p:txBody>
      </p:sp>
      <p:sp>
        <p:nvSpPr>
          <p:cNvPr id="12" name="Textfeld 11"/>
          <p:cNvSpPr txBox="1"/>
          <p:nvPr userDrawn="1"/>
        </p:nvSpPr>
        <p:spPr>
          <a:xfrm>
            <a:off x="4932040" y="237297"/>
            <a:ext cx="3744416" cy="246221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algn="r"/>
            <a:r>
              <a:rPr lang="de-DE" sz="1000" dirty="0" smtClean="0">
                <a:solidFill>
                  <a:schemeClr val="tx1">
                    <a:lumMod val="50000"/>
                  </a:schemeClr>
                </a:solidFill>
                <a:latin typeface="Calibri"/>
                <a:cs typeface="Calibri"/>
              </a:rPr>
              <a:t>Titel /Agendapunkt/</a:t>
            </a:r>
            <a:r>
              <a:rPr lang="de-DE" sz="1000" dirty="0">
                <a:solidFill>
                  <a:schemeClr val="tx1">
                    <a:lumMod val="50000"/>
                  </a:schemeClr>
                </a:solidFill>
                <a:latin typeface="Calibri"/>
                <a:cs typeface="Calibri"/>
              </a:rPr>
              <a:t>Logo des Partners</a:t>
            </a:r>
          </a:p>
        </p:txBody>
      </p:sp>
      <p:sp>
        <p:nvSpPr>
          <p:cNvPr id="13" name="Datumsplatzhalter 4"/>
          <p:cNvSpPr txBox="1">
            <a:spLocks/>
          </p:cNvSpPr>
          <p:nvPr userDrawn="1"/>
        </p:nvSpPr>
        <p:spPr>
          <a:xfrm>
            <a:off x="536433" y="4894010"/>
            <a:ext cx="1053480" cy="164297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2E3539"/>
                </a:solidFill>
                <a:latin typeface="Calibri"/>
                <a:ea typeface="ＭＳ Ｐゴシック" panose="020B0600070205080204" pitchFamily="34" charset="-128"/>
                <a:cs typeface="Calibri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fld id="{C52E3B9B-F572-4640-A477-991232A82F8A}" type="datetimeFigureOut">
              <a:rPr lang="de-DE" smtClean="0"/>
              <a:pPr/>
              <a:t>23.03.2021</a:t>
            </a:fld>
            <a:endParaRPr lang="de-DE" dirty="0"/>
          </a:p>
        </p:txBody>
      </p:sp>
      <p:sp>
        <p:nvSpPr>
          <p:cNvPr id="14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601342" y="4894010"/>
            <a:ext cx="1080120" cy="161952"/>
          </a:xfrm>
          <a:prstGeom prst="rect">
            <a:avLst/>
          </a:prstGeom>
        </p:spPr>
        <p:txBody>
          <a:bodyPr vert="horz" lIns="108000" tIns="45720" rIns="0" bIns="45720" rtlCol="0" anchor="ctr"/>
          <a:lstStyle>
            <a:lvl1pPr algn="r">
              <a:defRPr sz="1000">
                <a:solidFill>
                  <a:srgbClr val="2E3539"/>
                </a:solidFill>
                <a:latin typeface="Calibri"/>
                <a:cs typeface="Calibri"/>
              </a:defRPr>
            </a:lvl1pPr>
          </a:lstStyle>
          <a:p>
            <a:fld id="{6430589D-C15E-4E44-97E5-15A9FDA64E0E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18" name="Gruppierung 17"/>
          <p:cNvGrpSpPr/>
          <p:nvPr userDrawn="1"/>
        </p:nvGrpSpPr>
        <p:grpSpPr>
          <a:xfrm>
            <a:off x="270346" y="111264"/>
            <a:ext cx="3305233" cy="513821"/>
            <a:chOff x="250825" y="260648"/>
            <a:chExt cx="5222875" cy="936104"/>
          </a:xfrm>
        </p:grpSpPr>
        <p:pic>
          <p:nvPicPr>
            <p:cNvPr id="19" name="Picture 39" descr="DHBW_d_RV_WEB_150dpi"/>
            <p:cNvPicPr>
              <a:picLocks noChangeAspect="1" noChangeArrowheads="1"/>
            </p:cNvPicPr>
            <p:nvPr userDrawn="1"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825" y="260648"/>
              <a:ext cx="2679700" cy="933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39" descr="DHBW_d_RV_WEB_150dpi"/>
            <p:cNvPicPr>
              <a:picLocks noChangeAspect="1" noChangeArrowheads="1"/>
            </p:cNvPicPr>
            <p:nvPr userDrawn="1"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8176"/>
            <a:stretch>
              <a:fillRect/>
            </a:stretch>
          </p:blipFill>
          <p:spPr bwMode="auto">
            <a:xfrm>
              <a:off x="2582863" y="263302"/>
              <a:ext cx="2890837" cy="933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0796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807" r:id="rId3"/>
    <p:sldLayoutId id="2147483804" r:id="rId4"/>
    <p:sldLayoutId id="2147483808" r:id="rId5"/>
    <p:sldLayoutId id="2147483801" r:id="rId6"/>
    <p:sldLayoutId id="2147483814" r:id="rId7"/>
    <p:sldLayoutId id="2147483797" r:id="rId8"/>
    <p:sldLayoutId id="2147483794" r:id="rId9"/>
    <p:sldLayoutId id="2147483796" r:id="rId10"/>
    <p:sldLayoutId id="2147483805" r:id="rId11"/>
    <p:sldLayoutId id="2147483806" r:id="rId12"/>
    <p:sldLayoutId id="2147483802" r:id="rId13"/>
    <p:sldLayoutId id="2147483799" r:id="rId14"/>
    <p:sldLayoutId id="2147483798" r:id="rId15"/>
    <p:sldLayoutId id="2147483800" r:id="rId16"/>
    <p:sldLayoutId id="2147483803" r:id="rId17"/>
    <p:sldLayoutId id="2147483809" r:id="rId18"/>
    <p:sldLayoutId id="2147483810" r:id="rId19"/>
  </p:sldLayoutIdLst>
  <p:hf hd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 kern="1200" cap="all">
          <a:solidFill>
            <a:schemeClr val="accent1"/>
          </a:solidFill>
          <a:latin typeface="Calibri"/>
          <a:ea typeface="ＭＳ Ｐゴシック" charset="0"/>
          <a:cs typeface="Calibri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9pPr>
    </p:titleStyle>
    <p:bodyStyle>
      <a:lvl1pPr marL="271463" indent="-271463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charset="2"/>
        <a:buChar char="§"/>
        <a:defRPr sz="1800" kern="1200">
          <a:solidFill>
            <a:srgbClr val="2E3539"/>
          </a:solidFill>
          <a:latin typeface="Calibri"/>
          <a:ea typeface="ＭＳ Ｐゴシック" charset="0"/>
          <a:cs typeface="Calibri"/>
        </a:defRPr>
      </a:lvl1pPr>
      <a:lvl2pPr marL="720725" indent="-263525" algn="l" rtl="0" eaLnBrk="0" fontAlgn="base" hangingPunct="0">
        <a:spcBef>
          <a:spcPct val="20000"/>
        </a:spcBef>
        <a:spcAft>
          <a:spcPct val="0"/>
        </a:spcAft>
        <a:buSzPct val="95000"/>
        <a:buFont typeface="Lucida Grande"/>
        <a:buChar char="-"/>
        <a:defRPr sz="1800" kern="1200">
          <a:solidFill>
            <a:srgbClr val="2E3539"/>
          </a:solidFill>
          <a:latin typeface="Calibri"/>
          <a:ea typeface="Calibri" panose="020F0502020204030204" pitchFamily="34" charset="0"/>
          <a:cs typeface="Calibri"/>
        </a:defRPr>
      </a:lvl2pPr>
      <a:lvl3pPr marL="1163638" indent="-249238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charset="2"/>
        <a:buChar char="§"/>
        <a:defRPr sz="1600" kern="1200">
          <a:solidFill>
            <a:srgbClr val="2E3539"/>
          </a:solidFill>
          <a:latin typeface="Calibri"/>
          <a:ea typeface="Calibri" panose="020F0502020204030204" pitchFamily="34" charset="0"/>
          <a:cs typeface="Calibri"/>
        </a:defRPr>
      </a:lvl3pPr>
      <a:lvl4pPr marL="1612900" indent="-241300" algn="l" rtl="0" eaLnBrk="0" fontAlgn="base" hangingPunct="0">
        <a:spcBef>
          <a:spcPct val="20000"/>
        </a:spcBef>
        <a:spcAft>
          <a:spcPct val="0"/>
        </a:spcAft>
        <a:buSzPct val="95000"/>
        <a:buFont typeface="Lucida Grande"/>
        <a:buChar char="-"/>
        <a:defRPr sz="1600" kern="1200">
          <a:solidFill>
            <a:srgbClr val="2E3539"/>
          </a:solidFill>
          <a:latin typeface="Calibri"/>
          <a:ea typeface="Calibri" panose="020F0502020204030204" pitchFamily="34" charset="0"/>
          <a:cs typeface="Calibri"/>
        </a:defRPr>
      </a:lvl4pPr>
      <a:lvl5pPr marL="2062163" indent="-23336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rgbClr val="2E3539"/>
          </a:solidFill>
          <a:latin typeface="Calibri"/>
          <a:ea typeface="Calibri" panose="020F0502020204030204" pitchFamily="34" charset="0"/>
          <a:cs typeface="Calibri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6985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430589D-C15E-4E44-97E5-15A9FDA64E0E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8065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430589D-C15E-4E44-97E5-15A9FDA64E0E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1879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430589D-C15E-4E44-97E5-15A9FDA64E0E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788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430589D-C15E-4E44-97E5-15A9FDA64E0E}" type="slidenum">
              <a:rPr lang="de-DE" smtClean="0"/>
              <a:pPr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43899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430589D-C15E-4E44-97E5-15A9FDA64E0E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7050093"/>
      </p:ext>
    </p:extLst>
  </p:cSld>
  <p:clrMapOvr>
    <a:masterClrMapping/>
  </p:clrMapOvr>
</p:sld>
</file>

<file path=ppt/theme/theme1.xml><?xml version="1.0" encoding="utf-8"?>
<a:theme xmlns:a="http://schemas.openxmlformats.org/drawingml/2006/main" name="1_DHBW_RV_PPT_Vorlage">
  <a:themeElements>
    <a:clrScheme name="Benutzerdefiniert 3">
      <a:dk1>
        <a:srgbClr val="5C6971"/>
      </a:dk1>
      <a:lt1>
        <a:srgbClr val="FFFFFF"/>
      </a:lt1>
      <a:dk2>
        <a:srgbClr val="8E130A"/>
      </a:dk2>
      <a:lt2>
        <a:srgbClr val="FFFFFF"/>
      </a:lt2>
      <a:accent1>
        <a:srgbClr val="E2001A"/>
      </a:accent1>
      <a:accent2>
        <a:srgbClr val="F58179"/>
      </a:accent2>
      <a:accent3>
        <a:srgbClr val="FAC0BC"/>
      </a:accent3>
      <a:accent4>
        <a:srgbClr val="DDE1E3"/>
      </a:accent4>
      <a:accent5>
        <a:srgbClr val="BBC3C8"/>
      </a:accent5>
      <a:accent6>
        <a:srgbClr val="9AA5AC"/>
      </a:accent6>
      <a:hlink>
        <a:srgbClr val="E2001A"/>
      </a:hlink>
      <a:folHlink>
        <a:srgbClr val="A2ADB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2001A"/>
        </a:solidFill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8100" cmpd="sng">
          <a:solidFill>
            <a:srgbClr val="5C697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>
            <a:solidFill>
              <a:schemeClr val="tx1">
                <a:lumMod val="50000"/>
              </a:schemeClr>
            </a:solidFill>
            <a:latin typeface="Calibri"/>
            <a:cs typeface="Calibri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de22235865c41d3af0b586562852039 xmlns="b320689e-c788-4120-a872-cfc297a7a302">
      <Terms xmlns="http://schemas.microsoft.com/office/infopath/2007/PartnerControls">
        <TermInfo xmlns="http://schemas.microsoft.com/office/infopath/2007/PartnerControls">
          <TermName xmlns="http://schemas.microsoft.com/office/infopath/2007/PartnerControls">Hochschulkommunikation</TermName>
          <TermId xmlns="http://schemas.microsoft.com/office/infopath/2007/PartnerControls">babb0115-99af-459d-bd0b-be8d7c43d4c0</TermId>
        </TermInfo>
      </Terms>
    </gde22235865c41d3af0b586562852039>
    <d895af221d4b41b4b0b387182047e588 xmlns="b320689e-c788-4120-a872-cfc297a7a302">
      <Terms xmlns="http://schemas.microsoft.com/office/infopath/2007/PartnerControls">
        <TermInfo xmlns="http://schemas.microsoft.com/office/infopath/2007/PartnerControls">
          <TermName xmlns="http://schemas.microsoft.com/office/infopath/2007/PartnerControls">Vorlage</TermName>
          <TermId xmlns="http://schemas.microsoft.com/office/infopath/2007/PartnerControls">fb83e054-7f53-4a0c-b00d-57a2b4f6527b</TermId>
        </TermInfo>
      </Terms>
    </d895af221d4b41b4b0b387182047e588>
    <IconOverlay xmlns="http://schemas.microsoft.com/sharepoint/v4" xsi:nil="true"/>
    <TaxCatchAll xmlns="0403330f-162b-446d-8c22-22db491b01b4">
      <Value>95</Value>
      <Value>46</Value>
      <Value>59</Value>
    </TaxCatchAll>
    <TaxKeywordTaxHTField xmlns="0403330f-162b-446d-8c22-22db491b01b4">
      <Terms xmlns="http://schemas.microsoft.com/office/infopath/2007/PartnerControls"/>
    </TaxKeywordTaxHTField>
    <acd4445e0e4c4208b0ab081f5ffed38b xmlns="b320689e-c788-4120-a872-cfc297a7a302">
      <Terms xmlns="http://schemas.microsoft.com/office/infopath/2007/PartnerControls">
        <TermInfo xmlns="http://schemas.microsoft.com/office/infopath/2007/PartnerControls">
          <TermName xmlns="http://schemas.microsoft.com/office/infopath/2007/PartnerControls">Präsentationsvorlage</TermName>
          <TermId xmlns="http://schemas.microsoft.com/office/infopath/2007/PartnerControls">29394876-253e-49a2-8027-62b548f811cd</TermId>
        </TermInfo>
      </Terms>
    </acd4445e0e4c4208b0ab081f5ffed38b>
    <_dlc_DocId xmlns="62814ff3-7aa3-44d2-a87f-13a0002dc2ee">RAVENSBURG-47-90</_dlc_DocId>
    <_dlc_DocIdUrl xmlns="62814ff3-7aa3-44d2-a87f-13a0002dc2ee">
      <Url>https://portal.dhbw.de/ws/ravensburg/alle/_layouts/15/DocIdRedir.aspx?ID=RAVENSBURG-47-90</Url>
      <Description>RAVENSBURG-47-90</Description>
    </_dlc_DocIdUrl>
    <h762204e6f8f42109c053898ff86fe36 xmlns="b320689e-c788-4120-a872-cfc297a7a302">
      <Terms xmlns="http://schemas.microsoft.com/office/infopath/2007/PartnerControls"/>
    </h762204e6f8f42109c053898ff86fe36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HBWRV-dokument" ma:contentTypeID="0x010100F39FBE1AEF5AF14DBBBCC48CCF9F7972003105361508CA5C4098AF2AD081C1C13B" ma:contentTypeVersion="25" ma:contentTypeDescription="Standard-Inhaltstyp für neue Dokumente" ma:contentTypeScope="" ma:versionID="7a8ef2af151855adf14bcb9fb4231809">
  <xsd:schema xmlns:xsd="http://www.w3.org/2001/XMLSchema" xmlns:xs="http://www.w3.org/2001/XMLSchema" xmlns:p="http://schemas.microsoft.com/office/2006/metadata/properties" xmlns:ns2="62814ff3-7aa3-44d2-a87f-13a0002dc2ee" xmlns:ns3="b320689e-c788-4120-a872-cfc297a7a302" xmlns:ns4="0403330f-162b-446d-8c22-22db491b01b4" xmlns:ns5="http://schemas.microsoft.com/sharepoint/v4" targetNamespace="http://schemas.microsoft.com/office/2006/metadata/properties" ma:root="true" ma:fieldsID="d9902f94f426be48472c038cac8a2121" ns2:_="" ns3:_="" ns4:_="" ns5:_="">
    <xsd:import namespace="62814ff3-7aa3-44d2-a87f-13a0002dc2ee"/>
    <xsd:import namespace="b320689e-c788-4120-a872-cfc297a7a302"/>
    <xsd:import namespace="0403330f-162b-446d-8c22-22db491b01b4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gde22235865c41d3af0b586562852039" minOccurs="0"/>
                <xsd:element ref="ns4:TaxCatchAll" minOccurs="0"/>
                <xsd:element ref="ns4:TaxCatchAllLabel" minOccurs="0"/>
                <xsd:element ref="ns3:acd4445e0e4c4208b0ab081f5ffed38b" minOccurs="0"/>
                <xsd:element ref="ns4:TaxKeywordTaxHTField" minOccurs="0"/>
                <xsd:element ref="ns3:d895af221d4b41b4b0b387182047e588" minOccurs="0"/>
                <xsd:element ref="ns5:IconOverlay" minOccurs="0"/>
                <xsd:element ref="ns3:h762204e6f8f42109c053898ff86fe36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814ff3-7aa3-44d2-a87f-13a0002dc2ee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9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Beständige ID" ma:description="ID beim Hinzufügen beibehalten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20689e-c788-4120-a872-cfc297a7a302" elementFormDefault="qualified">
    <xsd:import namespace="http://schemas.microsoft.com/office/2006/documentManagement/types"/>
    <xsd:import namespace="http://schemas.microsoft.com/office/infopath/2007/PartnerControls"/>
    <xsd:element name="gde22235865c41d3af0b586562852039" ma:index="11" ma:taxonomy="true" ma:internalName="gde22235865c41d3af0b586562852039" ma:taxonomyFieldName="Herkunft" ma:displayName="Herkunft" ma:indexed="true" ma:default="" ma:fieldId="{0de22235-865c-41d3-af0b-586562852039}" ma:sspId="3be04aaa-45e6-46a1-abdd-565b6b94a658" ma:termSetId="825e17dc-9eb5-424f-a426-2d3434e51ca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acd4445e0e4c4208b0ab081f5ffed38b" ma:index="15" nillable="true" ma:taxonomy="true" ma:internalName="acd4445e0e4c4208b0ab081f5ffed38b" ma:taxonomyFieldName="Thema" ma:displayName="Thema Mitarbeiter" ma:readOnly="false" ma:default="" ma:fieldId="{acd4445e-0e4c-4208-b0ab-081f5ffed38b}" ma:taxonomyMulti="true" ma:sspId="3be04aaa-45e6-46a1-abdd-565b6b94a658" ma:termSetId="64588c88-47d4-4c34-8a81-e4b6618deb93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d895af221d4b41b4b0b387182047e588" ma:index="19" ma:taxonomy="true" ma:internalName="d895af221d4b41b4b0b387182047e588" ma:taxonomyFieldName="Dokumentenart" ma:displayName="Dokumentenart" ma:readOnly="false" ma:default="" ma:fieldId="{d895af22-1d4b-41b4-b0b3-87182047e588}" ma:taxonomyMulti="true" ma:sspId="3be04aaa-45e6-46a1-abdd-565b6b94a658" ma:termSetId="19e6f7e6-36f9-41e6-985e-56f3aecab10e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h762204e6f8f42109c053898ff86fe36" ma:index="22" nillable="true" ma:taxonomy="true" ma:internalName="h762204e6f8f42109c053898ff86fe36" ma:taxonomyFieldName="Thema_x0020_Lehre" ma:displayName="Thema Lehre" ma:readOnly="false" ma:default="" ma:fieldId="{1762204e-6f8f-4210-9c05-3898ff86fe36}" ma:taxonomyMulti="true" ma:sspId="3be04aaa-45e6-46a1-abdd-565b6b94a658" ma:termSetId="5ff9dfbb-a7f4-4661-b256-f38ac210ec3e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03330f-162b-446d-8c22-22db491b01b4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b0e6c2cd-922d-4493-9a32-cb7e45e9945b}" ma:internalName="TaxCatchAll" ma:showField="CatchAllData" ma:web="b320689e-c788-4120-a872-cfc297a7a30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3" nillable="true" ma:displayName="Taxonomy Catch All Column1" ma:hidden="true" ma:list="{b0e6c2cd-922d-4493-9a32-cb7e45e9945b}" ma:internalName="TaxCatchAllLabel" ma:readOnly="true" ma:showField="CatchAllDataLabel" ma:web="b320689e-c788-4120-a872-cfc297a7a30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KeywordTaxHTField" ma:index="18" nillable="true" ma:taxonomy="true" ma:internalName="TaxKeywordTaxHTField" ma:taxonomyFieldName="TaxKeyword" ma:displayName="Unternehmensstichwörter" ma:fieldId="{23f27201-bee3-471e-b2e7-b64fd8b7ca38}" ma:taxonomyMulti="true" ma:sspId="3be04aaa-45e6-46a1-abdd-565b6b94a658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21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B1BE41A-26C4-4216-8846-19930F3B5958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25E29648-C94A-401D-AAAC-37782B0381FF}">
  <ds:schemaRefs>
    <ds:schemaRef ds:uri="http://purl.org/dc/elements/1.1/"/>
    <ds:schemaRef ds:uri="http://schemas.openxmlformats.org/package/2006/metadata/core-properties"/>
    <ds:schemaRef ds:uri="http://purl.org/dc/dcmitype/"/>
    <ds:schemaRef ds:uri="http://www.w3.org/XML/1998/namespace"/>
    <ds:schemaRef ds:uri="http://schemas.microsoft.com/office/2006/metadata/properties"/>
    <ds:schemaRef ds:uri="b320689e-c788-4120-a872-cfc297a7a302"/>
    <ds:schemaRef ds:uri="62814ff3-7aa3-44d2-a87f-13a0002dc2ee"/>
    <ds:schemaRef ds:uri="http://schemas.microsoft.com/office/2006/documentManagement/types"/>
    <ds:schemaRef ds:uri="http://schemas.microsoft.com/office/infopath/2007/PartnerControls"/>
    <ds:schemaRef ds:uri="http://schemas.microsoft.com/sharepoint/v4"/>
    <ds:schemaRef ds:uri="0403330f-162b-446d-8c22-22db491b01b4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A88C054-6B8D-4936-83BC-1684F272A3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2814ff3-7aa3-44d2-a87f-13a0002dc2ee"/>
    <ds:schemaRef ds:uri="b320689e-c788-4120-a872-cfc297a7a302"/>
    <ds:schemaRef ds:uri="0403330f-162b-446d-8c22-22db491b01b4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8D142D60-8543-49D9-AF50-057C7A28E98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</Words>
  <Application>Microsoft Office PowerPoint</Application>
  <PresentationFormat>Bildschirmpräsentation (16:9)</PresentationFormat>
  <Paragraphs>5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2" baseType="lpstr">
      <vt:lpstr>ＭＳ Ｐゴシック</vt:lpstr>
      <vt:lpstr>Arial</vt:lpstr>
      <vt:lpstr>Calibri</vt:lpstr>
      <vt:lpstr>Lucida Grande</vt:lpstr>
      <vt:lpstr>Wingdings</vt:lpstr>
      <vt:lpstr>1_DHBW_RV_PPT_Vorlage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 16:9 DHBW Ravensburg</dc:title>
  <dc:creator>Daniela Tritsch</dc:creator>
  <cp:lastModifiedBy>Lea Wöllhaf</cp:lastModifiedBy>
  <cp:revision>407</cp:revision>
  <cp:lastPrinted>2015-01-21T07:45:50Z</cp:lastPrinted>
  <dcterms:created xsi:type="dcterms:W3CDTF">2014-06-04T09:20:41Z</dcterms:created>
  <dcterms:modified xsi:type="dcterms:W3CDTF">2021-03-23T08:56:16Z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0x010100F39FBE1AEF5AF14DBBBCC48CCF9F7972003105361508CA5C4098AF2AD081C1C13B</vt:lpwstr>
  </property>
  <property fmtid="{D5CDD505-2E9C-101B-9397-08002B2CF9AE}" pid="3" name="_dlc_DocIdItemGuid">
    <vt:lpwstr>bb050fd5-a088-4d86-b9e1-08db35b60515</vt:lpwstr>
  </property>
  <property fmtid="{D5CDD505-2E9C-101B-9397-08002B2CF9AE}" pid="4" name="TaxKeyword">
    <vt:lpwstr/>
  </property>
  <property fmtid="{D5CDD505-2E9C-101B-9397-08002B2CF9AE}" pid="5" name="Thema Lehre2">
    <vt:lpwstr/>
  </property>
  <property fmtid="{D5CDD505-2E9C-101B-9397-08002B2CF9AE}" pid="6" name="Thema">
    <vt:lpwstr>95;#Präsentationsvorlage|29394876-253e-49a2-8027-62b548f811cd</vt:lpwstr>
  </property>
  <property fmtid="{D5CDD505-2E9C-101B-9397-08002B2CF9AE}" pid="7" name="Dokumentenart">
    <vt:lpwstr>59;#Vorlage|fb83e054-7f53-4a0c-b00d-57a2b4f6527b</vt:lpwstr>
  </property>
  <property fmtid="{D5CDD505-2E9C-101B-9397-08002B2CF9AE}" pid="8" name="Herkunft">
    <vt:lpwstr>46;#Hochschulkommunikation|babb0115-99af-459d-bd0b-be8d7c43d4c0</vt:lpwstr>
  </property>
  <property fmtid="{D5CDD505-2E9C-101B-9397-08002B2CF9AE}" pid="9" name="h762204e6f8f42109c053898ff86fe36">
    <vt:lpwstr/>
  </property>
  <property fmtid="{D5CDD505-2E9C-101B-9397-08002B2CF9AE}" pid="10" name="Thema_x0020_Lehre">
    <vt:lpwstr/>
  </property>
  <property fmtid="{D5CDD505-2E9C-101B-9397-08002B2CF9AE}" pid="11" name="Thema Lehre">
    <vt:lpwstr/>
  </property>
</Properties>
</file>